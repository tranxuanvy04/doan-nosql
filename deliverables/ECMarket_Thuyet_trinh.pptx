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16b2e370f047b1" /><Relationship Type="http://schemas.openxmlformats.org/officeDocument/2006/relationships/extended-properties" Target="/docProps/app.xml" Id="R7fd4378fce814117" /><Relationship Type="http://schemas.openxmlformats.org/officeDocument/2006/relationships/officeDocument" Target="/ppt/presentation.xml" Id="Rdb3421a7433e4137" /></Relationships>
</file>

<file path=ppt/presentation.xml><?xml version="1.0" encoding="utf-8"?>
<p:presentation xmlns:p="http://schemas.openxmlformats.org/presentationml/2006/main">
  <p:sldMasterIdLst>
    <p:sldMasterId xmlns:r="http://schemas.openxmlformats.org/officeDocument/2006/relationships" id="2147483648" r:id="Rd1851d26b0854582"/>
  </p:sldMasterIdLst>
  <p:notesMasterIdLst>
    <p:notesMasterId xmlns:r="http://schemas.openxmlformats.org/officeDocument/2006/relationships" r:id="R1c79e9004d9542cd"/>
  </p:notesMasterIdLst>
  <p:sldIdLst>
    <p:sldId xmlns:r="http://schemas.openxmlformats.org/officeDocument/2006/relationships" id="256" r:id="Rc9979a8c8b8d4ac9"/>
    <p:sldId xmlns:r="http://schemas.openxmlformats.org/officeDocument/2006/relationships" id="257" r:id="R70863a37e9b848cd"/>
    <p:sldId xmlns:r="http://schemas.openxmlformats.org/officeDocument/2006/relationships" id="258" r:id="Ra3406009826c499d"/>
    <p:sldId xmlns:r="http://schemas.openxmlformats.org/officeDocument/2006/relationships" id="259" r:id="Rff8a27f7343148b8"/>
    <p:sldId xmlns:r="http://schemas.openxmlformats.org/officeDocument/2006/relationships" id="260" r:id="R585793417258469c"/>
    <p:sldId xmlns:r="http://schemas.openxmlformats.org/officeDocument/2006/relationships" id="261" r:id="Rebc46660d7b2447d"/>
    <p:sldId xmlns:r="http://schemas.openxmlformats.org/officeDocument/2006/relationships" id="262" r:id="Rbddda720418c4f95"/>
    <p:sldId xmlns:r="http://schemas.openxmlformats.org/officeDocument/2006/relationships" id="263" r:id="R67cbef39d3be491c"/>
    <p:sldId xmlns:r="http://schemas.openxmlformats.org/officeDocument/2006/relationships" id="264" r:id="Rb927f0bb65e140b6"/>
    <p:sldId xmlns:r="http://schemas.openxmlformats.org/officeDocument/2006/relationships" id="265" r:id="R98f11771239e4f28"/>
    <p:sldId xmlns:r="http://schemas.openxmlformats.org/officeDocument/2006/relationships" id="266" r:id="Rbd07ecbd01d142f0"/>
    <p:sldId xmlns:r="http://schemas.openxmlformats.org/officeDocument/2006/relationships" id="267" r:id="R936fcd377a694bbb"/>
    <p:sldId xmlns:r="http://schemas.openxmlformats.org/officeDocument/2006/relationships" id="268" r:id="R41a40f7f3d764046"/>
    <p:sldId xmlns:r="http://schemas.openxmlformats.org/officeDocument/2006/relationships" id="269" r:id="R63b5f6fb24db416b"/>
    <p:sldId xmlns:r="http://schemas.openxmlformats.org/officeDocument/2006/relationships" id="270" r:id="Rc2f80d5418744a9e"/>
    <p:sldId xmlns:r="http://schemas.openxmlformats.org/officeDocument/2006/relationships" id="271" r:id="Rca5303237a3d42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9c36707c5245fc" /><Relationship Type="http://schemas.openxmlformats.org/officeDocument/2006/relationships/slideMaster" Target="/ppt/slideMasters/slideMaster1.xml" Id="Rd1851d26b0854582" /><Relationship Type="http://schemas.openxmlformats.org/officeDocument/2006/relationships/notesMaster" Target="/ppt/notesMasters/notesMaster1.xml" Id="R1c79e9004d9542cd" /><Relationship Type="http://schemas.openxmlformats.org/officeDocument/2006/relationships/presProps" Target="/ppt/presProps.xml" Id="R1d6dfb4a96274750" /><Relationship Type="http://schemas.openxmlformats.org/officeDocument/2006/relationships/tableStyles" Target="/ppt/tableStyles.xml" Id="R39838e1dd8004bef" /><Relationship Type="http://schemas.openxmlformats.org/officeDocument/2006/relationships/slide" Target="/ppt/slides/slide1.xml" Id="Rc9979a8c8b8d4ac9" /><Relationship Type="http://schemas.openxmlformats.org/officeDocument/2006/relationships/slide" Target="/ppt/slides/slide2.xml" Id="R70863a37e9b848cd" /><Relationship Type="http://schemas.openxmlformats.org/officeDocument/2006/relationships/slide" Target="/ppt/slides/slide3.xml" Id="Ra3406009826c499d" /><Relationship Type="http://schemas.openxmlformats.org/officeDocument/2006/relationships/slide" Target="/ppt/slides/slide4.xml" Id="Rff8a27f7343148b8" /><Relationship Type="http://schemas.openxmlformats.org/officeDocument/2006/relationships/slide" Target="/ppt/slides/slide5.xml" Id="R585793417258469c" /><Relationship Type="http://schemas.openxmlformats.org/officeDocument/2006/relationships/slide" Target="/ppt/slides/slide6.xml" Id="Rebc46660d7b2447d" /><Relationship Type="http://schemas.openxmlformats.org/officeDocument/2006/relationships/slide" Target="/ppt/slides/slide7.xml" Id="Rbddda720418c4f95" /><Relationship Type="http://schemas.openxmlformats.org/officeDocument/2006/relationships/slide" Target="/ppt/slides/slide8.xml" Id="R67cbef39d3be491c" /><Relationship Type="http://schemas.openxmlformats.org/officeDocument/2006/relationships/slide" Target="/ppt/slides/slide9.xml" Id="Rb927f0bb65e140b6" /><Relationship Type="http://schemas.openxmlformats.org/officeDocument/2006/relationships/slide" Target="/ppt/slides/slide10.xml" Id="R98f11771239e4f28" /><Relationship Type="http://schemas.openxmlformats.org/officeDocument/2006/relationships/slide" Target="/ppt/slides/slide11.xml" Id="Rbd07ecbd01d142f0" /><Relationship Type="http://schemas.openxmlformats.org/officeDocument/2006/relationships/slide" Target="/ppt/slides/slide12.xml" Id="R936fcd377a694bbb" /><Relationship Type="http://schemas.openxmlformats.org/officeDocument/2006/relationships/slide" Target="/ppt/slides/slide13.xml" Id="R41a40f7f3d764046" /><Relationship Type="http://schemas.openxmlformats.org/officeDocument/2006/relationships/slide" Target="/ppt/slides/slide14.xml" Id="R63b5f6fb24db416b" /><Relationship Type="http://schemas.openxmlformats.org/officeDocument/2006/relationships/slide" Target="/ppt/slides/slide15.xml" Id="Rc2f80d5418744a9e" /><Relationship Type="http://schemas.openxmlformats.org/officeDocument/2006/relationships/slide" Target="/ppt/slides/slide16.xml" Id="Rca5303237a3d42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8afc95eb804f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030181909f4860" /><Relationship Type="http://schemas.openxmlformats.org/officeDocument/2006/relationships/notesMaster" Target="/ppt/notesMasters/notesMaster1.xml" Id="Rcfeb1e97ac5743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742eec0eba495e" /><Relationship Type="http://schemas.openxmlformats.org/officeDocument/2006/relationships/notesMaster" Target="/ppt/notesMasters/notesMaster1.xml" Id="Rc6df5a5a021240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fc9ddff26944f7" /><Relationship Type="http://schemas.openxmlformats.org/officeDocument/2006/relationships/notesMaster" Target="/ppt/notesMasters/notesMaster1.xml" Id="Rb345745e9d1e4f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3cd01a1e5546d4" /><Relationship Type="http://schemas.openxmlformats.org/officeDocument/2006/relationships/notesMaster" Target="/ppt/notesMasters/notesMaster1.xml" Id="R2cb16d08287f4d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5afba15e9f4b9f" /><Relationship Type="http://schemas.openxmlformats.org/officeDocument/2006/relationships/notesMaster" Target="/ppt/notesMasters/notesMaster1.xml" Id="Rc3fa9f01b1454b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166cc2f8664ac8" /><Relationship Type="http://schemas.openxmlformats.org/officeDocument/2006/relationships/notesMaster" Target="/ppt/notesMasters/notesMaster1.xml" Id="R8aa62590ca5348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cffe35f9104e09" /><Relationship Type="http://schemas.openxmlformats.org/officeDocument/2006/relationships/notesMaster" Target="/ppt/notesMasters/notesMaster1.xml" Id="R3ff3a16a99b342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ee1115df734c62" /><Relationship Type="http://schemas.openxmlformats.org/officeDocument/2006/relationships/notesMaster" Target="/ppt/notesMasters/notesMaster1.xml" Id="Rab5e7b6eff7c4e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fc71af0b34337" /><Relationship Type="http://schemas.openxmlformats.org/officeDocument/2006/relationships/notesMaster" Target="/ppt/notesMasters/notesMaster1.xml" Id="R78dd452fdc7e45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e9391538984c05" /><Relationship Type="http://schemas.openxmlformats.org/officeDocument/2006/relationships/notesMaster" Target="/ppt/notesMasters/notesMaster1.xml" Id="R81234f5cba6e46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1186c4d7694794" /><Relationship Type="http://schemas.openxmlformats.org/officeDocument/2006/relationships/notesMaster" Target="/ppt/notesMasters/notesMaster1.xml" Id="Rc80849c8306a4f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347d9e12814ea7" /><Relationship Type="http://schemas.openxmlformats.org/officeDocument/2006/relationships/notesMaster" Target="/ppt/notesMasters/notesMaster1.xml" Id="R530d30db07d745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3ea3232d934f0a" /><Relationship Type="http://schemas.openxmlformats.org/officeDocument/2006/relationships/notesMaster" Target="/ppt/notesMasters/notesMaster1.xml" Id="R561426a3223a42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5cd3be3fbe4a75" /><Relationship Type="http://schemas.openxmlformats.org/officeDocument/2006/relationships/notesMaster" Target="/ppt/notesMasters/notesMaster1.xml" Id="Rfc6af5577f2041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8ef8be1ff44a15" /><Relationship Type="http://schemas.openxmlformats.org/officeDocument/2006/relationships/notesMaster" Target="/ppt/notesMasters/notesMaster1.xml" Id="R4aa4eb25a3ae47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5eeb3c4e1f43a2" /><Relationship Type="http://schemas.openxmlformats.org/officeDocument/2006/relationships/notesMaster" Target="/ppt/notesMasters/notesMaster1.xml" Id="Rb847c4f2e61041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10 đến 12 phút. SV1 giới thiệu đề tài EC Market và mục tiêu bài toán NoSQL. Nhóm gồm SV1, SV2, SV3 theo phân công môn học. Không tự thêm tên thành viên hoặc giảng viên chưa được cung cấp. Nguồn: README.md, yêu cầu đồ án của nhóm.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trình bày 40 giây. Điện tử có bảo hành, thời trang có màu size, gia dụng có dung tích. Các nhóm khác trường nhưng cùng cần tìm và mua. SQL cũng hỗ trợ JSON, không nói SQL không làm được. Nguồn: data/sanpham.json; Models/Domain.cs.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trình bày 40 giây. Nêu rõ bản hiện tại dùng Razor, không còn REST API. Khách được nhận diện bằng phiên trình duyệt. Ngoài phạm vi là thanh toán online, vận chuyển và tài khoản khách xuyên thiết bị. Nguồn: Controllers/StoreControllers.cs, Controllers/AdminController.cs.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trình bày 40 giây. Trình duyệt nhận HTML từ Razor. Controller gọi Service trực tiếp, không cần fetch API. Service điều phối nghiệp vụ và transaction, Repository chứa truy vấn MongoDB. Nguồn: Program.cs; Controllers; Services; 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SV3 trình bày 40 giây. Danh mục tham chiếu cha để tổ chức cây. Sản phẩm nhúng biến thể. Hóa đơn nhúng khách và dòng hàng. Nguồn: Models/Domain.cs; data/validators.json.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SV3 trình bày 55 giây. So sánh 2 ngành trong cùng collection. Không còn kind. Validator oneOf chọn theo variants rỗng hoặc có phần tử. Quy tắc thuộc tính ngành do backend đi lên danh mục gốc và đọc cấu hình theo ID. Nguồn: data/validators.json; ProductFormMapper.cs; MongoCatalogService.cs.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trình bày 45 giây. Mỗi sản phẩm có một card ngoài catalog. Khách chọn đủ options, backend xác định variantId. SKU chung luôn tồn tại để tương thích index. Nguồn: ProductVariant trong Domain.cs; ProductSelection.cs; Views/Catalog/Details.cshtml.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trình bày 55 giây. Thêm giỏ không trừ kho. Khi checkout, giá do database quyết định. MongoOrderService kiểm tra và trừ có điều kiện trong transaction cùng lưu hóa đơn. checkoutKey chống đơn trùng. Nguồn: CartController; MongoOrderService.Place; ProductRepository.DecreaseStock.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và SV3 trình bày 55 giây. Ví dụ minh họa: mua 2 áo giá 180000, hóa đơn 360000. Sau đổi giá hiện tại 195000, đơn vẫn giữ nguyên. Attributes được DeepClone, options tạo dictionary mới. Không JOIN hoặc lookup để tính lại giá hóa đơn. Nguồn: ProductSelection.Snapshot; MongoOrderService.cs.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SV2 trình bày 50 giây. match lọc Completed và createdAt, group dateToString múi giờ+07 tổng total và số đơn, sort thời gian tăng. Khoảng từ ngày đến hết ngày dùng [start,end) UTC. Nguồn: AnalyticsRepository.GetReport; ReportRange.Utc.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SV2 trình bày 45 giây. Kết quả dưới đây lấy từ fixture expected_report.json, không phải kết quả truy vấn Atlas ở thời điểm thuyết trình. Pipeline match, sort theo thời điểm cho tên snapshot ổn định, unwind items, group productId, sort quantity giảm rồi revenue giảm và ID, limit5. Khoảng fixture tương ứng 01/08 đến31/10/2026 UTC+7.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trình bày 30 giây rồi chuyển sang demo. Ảnh là giao diện trong quá trình phát triển do người dùng cung cấp, minh họa cách chọn riêng màu và size. Giải thích lựa chọn thiếu hàng bị vô hiệu hóa, giá và tồn kho thay đổi theo biến thể. Nguồn: ảnh giao diện sản phẩm do nhóm cung cấp; Views/Catalog/Details.cshtml.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SV3 trình bày 35 giây. Các con số là thống kê từ file JSON trong repo. Cần kiểm tra lại số document sau khi import Compass vì import có thể lỗi một phần. Có 10 sản phẩm mẫu với hai biến thể. Nguồn: data/sanpham.json, data/hoadon.json, data/danhmuc.json.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trình bày 45 giây. Không khẳng định số lượng test là benchmark. Có43test.NET6data từ lần chạy gần nhất. Chưa có tài khoản khách xuyên thiết bị, dùng session. Chỉ Admin hoàn tất/hủy đơn. Source: ProductFormMapper; AdminController; OrdersController; ProductRepository.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demo khoảng3phút. SV3 mởCompass so sánh2ngành. SV1tạođơn,SV3mởitems chứng minh snapshot. Admin hoàn tất đơn,SV2mởDashboard với ngày chứa createdAt. Không mở URI hoặc mật khẩu trước lớp. Nếu mạng lỗi dùng JSON xuất dự phòng và nói rõ là dữ liệu dự phòng, không giả là live. Nguồn: barem và demo được người dùng cung cấp; docs/PRODUCT_VARIANTS.md.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SV1 kết thúc 40 giây. Hoàn thành chức năng code và dữ liệu không có nghĩa đã cóbenchmark. Nhấn mạnh chưa đo độ trễ và cần chạy lại transaction trênAtlas trước bảo vệ. Không hứa đủ10điểm. Hướng phát triển tài khoảnkhách,uploadảnh,thanh toán và vận chuyển. Nguồn: code hiện tại và đối chiếu barem ngày23/10/2026.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07b961f51843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5db3605fb749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3e3bb9de1044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f9861d43e142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863beb142548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6dcc6ee7ea48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BCA97E-3CF6-4081-B36C-C87F2D9A05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5753B3-5325-4AB9-B756-3A97CEC908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D38AF3-F9B4-4F21-8235-FF6C8E025AC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03B9D7-C36F-415D-BD3D-692133D7A8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9CB23C-9202-4859-AEFB-1CF7CBD40B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22D2A8-42F1-4D45-8FF1-A1B7783BC9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6B1C19-A075-4DCD-B5AD-ECA6043A79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BE49E8-B7F9-4BFF-BF1F-BFCE63460C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06E097-5251-46CE-8E76-8A06D5B2F3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765460-CC4F-4DD3-A49A-546A739067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094809e0ad456d" /><Relationship Type="http://schemas.openxmlformats.org/officeDocument/2006/relationships/slideLayout" Target="/ppt/slideLayouts/slideLayout1.xml" Id="Rc2fe5654113f4ee0" /><Relationship Type="http://schemas.openxmlformats.org/officeDocument/2006/relationships/slideLayout" Target="/ppt/slideLayouts/slideLayout2.xml" Id="R5ae17bbb48b848aa" /><Relationship Type="http://schemas.openxmlformats.org/officeDocument/2006/relationships/slideLayout" Target="/ppt/slideLayouts/slideLayout3.xml" Id="R8698926d2f824360" /><Relationship Type="http://schemas.openxmlformats.org/officeDocument/2006/relationships/slideLayout" Target="/ppt/slideLayouts/slideLayout4.xml" Id="R5165fd495e7644f2" /><Relationship Type="http://schemas.openxmlformats.org/officeDocument/2006/relationships/slideLayout" Target="/ppt/slideLayouts/slideLayout5.xml" Id="R121e8562c9ba4cf9" /><Relationship Type="http://schemas.openxmlformats.org/officeDocument/2006/relationships/slideLayout" Target="/ppt/slideLayouts/slideLayout6.xml" Id="R0de618284dd64a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fe5654113f4ee0"/>
    <p:sldLayoutId xmlns:r="http://schemas.openxmlformats.org/officeDocument/2006/relationships" id="2147483650" r:id="R5ae17bbb48b848aa"/>
    <p:sldLayoutId xmlns:r="http://schemas.openxmlformats.org/officeDocument/2006/relationships" id="2147483651" r:id="R8698926d2f824360"/>
    <p:sldLayoutId xmlns:r="http://schemas.openxmlformats.org/officeDocument/2006/relationships" id="2147483652" r:id="R5165fd495e7644f2"/>
    <p:sldLayoutId xmlns:r="http://schemas.openxmlformats.org/officeDocument/2006/relationships" id="2147483653" r:id="R121e8562c9ba4cf9"/>
    <p:sldLayoutId xmlns:r="http://schemas.openxmlformats.org/officeDocument/2006/relationships" id="2147483654" r:id="R0de618284dd64a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54d1ce243349ad" /><Relationship Type="http://schemas.openxmlformats.org/officeDocument/2006/relationships/notesSlide" Target="/ppt/notesSlides/notesSlide1.xml" Id="Rc55caa74c62e49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0c1023c6db4674" /><Relationship Type="http://schemas.openxmlformats.org/officeDocument/2006/relationships/notesSlide" Target="/ppt/notesSlides/notesSlide2.xml" Id="Ra8334924a6c948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f1c6faad1547fe" /><Relationship Type="http://schemas.openxmlformats.org/officeDocument/2006/relationships/notesSlide" Target="/ppt/notesSlides/notesSlide3.xml" Id="R9c26d8cd0dc64a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67164724fb4b9e" /><Relationship Type="http://schemas.openxmlformats.org/officeDocument/2006/relationships/notesSlide" Target="/ppt/notesSlides/notesSlide4.xml" Id="Ra62f573cf60a4d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693d0bf35044d9" /><Relationship Type="http://schemas.openxmlformats.org/officeDocument/2006/relationships/notesSlide" Target="/ppt/notesSlides/notesSlide5.xml" Id="R5ecab6fad2824d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ed4eb1422c4aec" /><Relationship Type="http://schemas.openxmlformats.org/officeDocument/2006/relationships/notesSlide" Target="/ppt/notesSlides/notesSlide6.xml" Id="R2ac91efb358842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2bd7b6c5054f52" /><Relationship Type="http://schemas.openxmlformats.org/officeDocument/2006/relationships/notesSlide" Target="/ppt/notesSlides/notesSlide7.xml" Id="R9f6d23be2ac54a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01f1b384ae442b" /><Relationship Type="http://schemas.openxmlformats.org/officeDocument/2006/relationships/notesSlide" Target="/ppt/notesSlides/notesSlide8.xml" Id="R59f0f8bb9a0f4d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efae929a774335" /><Relationship Type="http://schemas.openxmlformats.org/officeDocument/2006/relationships/notesSlide" Target="/ppt/notesSlides/notesSlide9.xml" Id="Ref6fb711699540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14587c64b84397" /><Relationship Type="http://schemas.openxmlformats.org/officeDocument/2006/relationships/notesSlide" Target="/ppt/notesSlides/notesSlide10.xml" Id="R720969dfa7414d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6397c14e2547da" /><Relationship Type="http://schemas.openxmlformats.org/officeDocument/2006/relationships/notesSlide" Target="/ppt/notesSlides/notesSlide11.xml" Id="Rdac1c7e4e7ad44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1e5ba493e824bae" /><Relationship Type="http://schemas.openxmlformats.org/officeDocument/2006/relationships/image" Target="/ppt/media/image.png" Id="R4391495687a54006" /><Relationship Type="http://schemas.openxmlformats.org/officeDocument/2006/relationships/notesSlide" Target="/ppt/notesSlides/notesSlide12.xml" Id="R54450dbb474440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4efa3974a794a1e" /><Relationship Type="http://schemas.openxmlformats.org/officeDocument/2006/relationships/notesSlide" Target="/ppt/notesSlides/notesSlide13.xml" Id="R8c6dc76fe38c40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a60333b6904188" /><Relationship Type="http://schemas.openxmlformats.org/officeDocument/2006/relationships/notesSlide" Target="/ppt/notesSlides/notesSlide14.xml" Id="R9b991b469a2a4b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4632da361b2459f" /><Relationship Type="http://schemas.openxmlformats.org/officeDocument/2006/relationships/notesSlide" Target="/ppt/notesSlides/notesSlide15.xml" Id="R50522c681bab4b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f6fcfce2d8f4006" /><Relationship Type="http://schemas.openxmlformats.org/officeDocument/2006/relationships/notesSlide" Target="/ppt/notesSlides/notesSlide16.xml" Id="R2409b0f0aaa84a2f" /></Relationships>
</file>

<file path=ppt/slides/slide1.xml><?xml version="1.0" encoding="utf-8"?>
<p:sld xmlns:p="http://schemas.openxmlformats.org/presentationml/2006/main">
  <p:cSld>
    <p:bg>
      <p:bgPr>
        <a:solidFill xmlns:a="http://schemas.openxmlformats.org/drawingml/2006/main">
          <a:srgbClr val="1F282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DDE677-40DB-4C90-8C30-CDABC331EEB2}"/>
              </a:ext>
            </a:extLst>
          </p:cNvPr>
          <p:cNvSpPr>
            <a:spLocks xmlns:a="http://schemas.openxmlformats.org/drawingml/2006/main" noGrp="1"/>
          </p:cNvSpPr>
          <p:nvPr/>
        </p:nvSpPr>
        <p:spPr>
          <a:xfrm xmlns:a="http://schemas.openxmlformats.org/drawingml/2006/main">
            <a:off x="609600" y="6096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A5CDC6"/>
                </a:solidFill>
                <a:latin typeface="Arial"/>
                <a:ea typeface="Arial"/>
                <a:cs typeface="Arial"/>
              </a:defRPr>
            </a:defPPr>
            <a:lvl1pPr>
              <a:defRPr sz="1875" b="1">
                <a:solidFill>
                  <a:srgbClr val="A5CDC6"/>
                </a:solidFill>
                <a:latin typeface="Arial"/>
                <a:ea typeface="Arial"/>
                <a:cs typeface="Arial"/>
              </a:defRPr>
            </a:lvl1pPr>
            <a:lvl2pPr>
              <a:defRPr sz="1875" b="1">
                <a:solidFill>
                  <a:srgbClr val="A5CDC6"/>
                </a:solidFill>
                <a:latin typeface="Arial"/>
                <a:ea typeface="Arial"/>
                <a:cs typeface="Arial"/>
              </a:defRPr>
            </a:lvl2pPr>
            <a:lvl3pPr>
              <a:defRPr sz="1875" b="1">
                <a:solidFill>
                  <a:srgbClr val="A5CDC6"/>
                </a:solidFill>
                <a:latin typeface="Arial"/>
                <a:ea typeface="Arial"/>
                <a:cs typeface="Arial"/>
              </a:defRPr>
            </a:lvl3pPr>
            <a:lvl4pPr>
              <a:defRPr sz="1875" b="1">
                <a:solidFill>
                  <a:srgbClr val="A5CDC6"/>
                </a:solidFill>
                <a:latin typeface="Arial"/>
                <a:ea typeface="Arial"/>
                <a:cs typeface="Arial"/>
              </a:defRPr>
            </a:lvl4pPr>
            <a:lvl5pPr>
              <a:defRPr sz="1875" b="1">
                <a:solidFill>
                  <a:srgbClr val="A5CDC6"/>
                </a:solidFill>
                <a:latin typeface="Arial"/>
                <a:ea typeface="Arial"/>
                <a:cs typeface="Arial"/>
              </a:defRPr>
            </a:lvl5pPr>
            <a:lvl6pPr>
              <a:defRPr sz="1875" b="1">
                <a:solidFill>
                  <a:srgbClr val="A5CDC6"/>
                </a:solidFill>
                <a:latin typeface="Arial"/>
                <a:ea typeface="Arial"/>
                <a:cs typeface="Arial"/>
              </a:defRPr>
            </a:lvl6pPr>
            <a:lvl7pPr>
              <a:defRPr sz="1875" b="1">
                <a:solidFill>
                  <a:srgbClr val="A5CDC6"/>
                </a:solidFill>
                <a:latin typeface="Arial"/>
                <a:ea typeface="Arial"/>
                <a:cs typeface="Arial"/>
              </a:defRPr>
            </a:lvl7pPr>
            <a:lvl8pPr>
              <a:defRPr sz="1875" b="1">
                <a:solidFill>
                  <a:srgbClr val="A5CDC6"/>
                </a:solidFill>
                <a:latin typeface="Arial"/>
                <a:ea typeface="Arial"/>
                <a:cs typeface="Arial"/>
              </a:defRPr>
            </a:lvl8pPr>
            <a:lvl9pPr>
              <a:defRPr sz="1875" b="1">
                <a:solidFill>
                  <a:srgbClr val="A5CDC6"/>
                </a:solidFill>
                <a:latin typeface="Arial"/>
                <a:ea typeface="Arial"/>
                <a:cs typeface="Arial"/>
              </a:defRPr>
            </a:lvl9pPr>
          </a:lstStyle>
          <a:p xmlns:a="http://schemas.openxmlformats.org/drawingml/2006/main">
            <a:pPr>
              <a:defRPr sz="1875" b="1">
                <a:solidFill>
                  <a:srgbClr val="A5CDC6"/>
                </a:solidFill>
                <a:latin typeface="Arial"/>
                <a:ea typeface="Arial"/>
                <a:cs typeface="Arial"/>
              </a:defRPr>
            </a:pPr>
            <a:r>
              <a:rPr sz="1875" b="1">
                <a:solidFill>
                  <a:srgbClr val="A5CDC6"/>
                </a:solidFill>
                <a:latin typeface="Arial"/>
                <a:ea typeface="Arial"/>
                <a:cs typeface="Arial"/>
              </a:rPr>
              <a:t>EC MARKET</a:t>
            </a:r>
          </a:p>
        </p:txBody>
      </p:sp>
      <p:sp>
        <p:nvSpPr>
          <p:cNvPr id="2" name="">
            <a:extLst xmlns:a="http://schemas.openxmlformats.org/drawingml/2006/main">
              <a:ext uri="{FF2B5EF4-FFF2-40B4-BE49-F238E27FC236}">
                <a16:creationId xmlns:a16="http://schemas.microsoft.com/office/drawing/2014/main" id="{21043092-9A4F-4964-9C76-071A3DABABC9}"/>
              </a:ext>
            </a:extLst>
          </p:cNvPr>
          <p:cNvSpPr>
            <a:spLocks xmlns:a="http://schemas.openxmlformats.org/drawingml/2006/main" noGrp="1"/>
          </p:cNvSpPr>
          <p:nvPr/>
        </p:nvSpPr>
        <p:spPr>
          <a:xfrm xmlns:a="http://schemas.openxmlformats.org/drawingml/2006/main">
            <a:off x="609600" y="161925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Thương mại điện tử</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đa ngành hàng</a:t>
            </a:r>
          </a:p>
        </p:txBody>
      </p:sp>
      <p:sp>
        <p:nvSpPr>
          <p:cNvPr id="3" name="">
            <a:extLst xmlns:a="http://schemas.openxmlformats.org/drawingml/2006/main">
              <a:ext uri="{FF2B5EF4-FFF2-40B4-BE49-F238E27FC236}">
                <a16:creationId xmlns:a16="http://schemas.microsoft.com/office/drawing/2014/main" id="{AD56B7C6-98F0-4190-AC7E-29EE8220E170}"/>
              </a:ext>
            </a:extLst>
          </p:cNvPr>
          <p:cNvSpPr>
            <a:spLocks xmlns:a="http://schemas.openxmlformats.org/drawingml/2006/main" noGrp="1"/>
          </p:cNvSpPr>
          <p:nvPr/>
        </p:nvSpPr>
        <p:spPr>
          <a:xfrm xmlns:a="http://schemas.openxmlformats.org/drawingml/2006/main">
            <a:off x="609600" y="38100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D5DFDE"/>
                </a:solidFill>
                <a:latin typeface="Arial"/>
                <a:ea typeface="Arial"/>
                <a:cs typeface="Arial"/>
              </a:defRPr>
            </a:defPPr>
            <a:lvl1pPr>
              <a:defRPr sz="2325" b="0">
                <a:solidFill>
                  <a:srgbClr val="D5DFDE"/>
                </a:solidFill>
                <a:latin typeface="Arial"/>
                <a:ea typeface="Arial"/>
                <a:cs typeface="Arial"/>
              </a:defRPr>
            </a:lvl1pPr>
            <a:lvl2pPr>
              <a:defRPr sz="2325" b="0">
                <a:solidFill>
                  <a:srgbClr val="D5DFDE"/>
                </a:solidFill>
                <a:latin typeface="Arial"/>
                <a:ea typeface="Arial"/>
                <a:cs typeface="Arial"/>
              </a:defRPr>
            </a:lvl2pPr>
            <a:lvl3pPr>
              <a:defRPr sz="2325" b="0">
                <a:solidFill>
                  <a:srgbClr val="D5DFDE"/>
                </a:solidFill>
                <a:latin typeface="Arial"/>
                <a:ea typeface="Arial"/>
                <a:cs typeface="Arial"/>
              </a:defRPr>
            </a:lvl3pPr>
            <a:lvl4pPr>
              <a:defRPr sz="2325" b="0">
                <a:solidFill>
                  <a:srgbClr val="D5DFDE"/>
                </a:solidFill>
                <a:latin typeface="Arial"/>
                <a:ea typeface="Arial"/>
                <a:cs typeface="Arial"/>
              </a:defRPr>
            </a:lvl4pPr>
            <a:lvl5pPr>
              <a:defRPr sz="2325" b="0">
                <a:solidFill>
                  <a:srgbClr val="D5DFDE"/>
                </a:solidFill>
                <a:latin typeface="Arial"/>
                <a:ea typeface="Arial"/>
                <a:cs typeface="Arial"/>
              </a:defRPr>
            </a:lvl5pPr>
            <a:lvl6pPr>
              <a:defRPr sz="2325" b="0">
                <a:solidFill>
                  <a:srgbClr val="D5DFDE"/>
                </a:solidFill>
                <a:latin typeface="Arial"/>
                <a:ea typeface="Arial"/>
                <a:cs typeface="Arial"/>
              </a:defRPr>
            </a:lvl6pPr>
            <a:lvl7pPr>
              <a:defRPr sz="2325" b="0">
                <a:solidFill>
                  <a:srgbClr val="D5DFDE"/>
                </a:solidFill>
                <a:latin typeface="Arial"/>
                <a:ea typeface="Arial"/>
                <a:cs typeface="Arial"/>
              </a:defRPr>
            </a:lvl7pPr>
            <a:lvl8pPr>
              <a:defRPr sz="2325" b="0">
                <a:solidFill>
                  <a:srgbClr val="D5DFDE"/>
                </a:solidFill>
                <a:latin typeface="Arial"/>
                <a:ea typeface="Arial"/>
                <a:cs typeface="Arial"/>
              </a:defRPr>
            </a:lvl8pPr>
            <a:lvl9pPr>
              <a:defRPr sz="2325" b="0">
                <a:solidFill>
                  <a:srgbClr val="D5DFDE"/>
                </a:solidFill>
                <a:latin typeface="Arial"/>
                <a:ea typeface="Arial"/>
                <a:cs typeface="Arial"/>
              </a:defRPr>
            </a:lvl9pPr>
          </a:lstStyle>
          <a:p xmlns:a="http://schemas.openxmlformats.org/drawingml/2006/main">
            <a:pPr>
              <a:defRPr sz="2325" b="0">
                <a:solidFill>
                  <a:srgbClr val="D5DFDE"/>
                </a:solidFill>
                <a:latin typeface="Arial"/>
                <a:ea typeface="Arial"/>
                <a:cs typeface="Arial"/>
              </a:defRPr>
            </a:pPr>
            <a:r>
              <a:rPr sz="2325" b="0">
                <a:solidFill>
                  <a:srgbClr val="D5DFDE"/>
                </a:solidFill>
                <a:latin typeface="Arial"/>
                <a:ea typeface="Arial"/>
                <a:cs typeface="Arial"/>
              </a:rPr>
              <a:t>Thiết kế document linh hoạt và hóa đơn nhúng với MongoDB</a:t>
            </a:r>
          </a:p>
        </p:txBody>
      </p:sp>
      <p:sp>
        <p:nvSpPr>
          <p:cNvPr id="4" name="">
            <a:extLst xmlns:a="http://schemas.openxmlformats.org/drawingml/2006/main">
              <a:ext uri="{FF2B5EF4-FFF2-40B4-BE49-F238E27FC236}">
                <a16:creationId xmlns:a16="http://schemas.microsoft.com/office/drawing/2014/main" id="{AF879425-22FA-4EEF-A901-F991B038E995}"/>
              </a:ext>
            </a:extLst>
          </p:cNvPr>
          <p:cNvSpPr>
            <a:spLocks xmlns:a="http://schemas.openxmlformats.org/drawingml/2006/main" noGrp="1"/>
          </p:cNvSpPr>
          <p:nvPr/>
        </p:nvSpPr>
        <p:spPr>
          <a:xfrm xmlns:a="http://schemas.openxmlformats.org/drawingml/2006/main">
            <a:off x="609600" y="5286375"/>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5CDC6"/>
                </a:solidFill>
                <a:latin typeface="Arial"/>
                <a:ea typeface="Arial"/>
                <a:cs typeface="Arial"/>
              </a:defRPr>
            </a:defPPr>
            <a:lvl1pPr>
              <a:defRPr sz="1725" b="0">
                <a:solidFill>
                  <a:srgbClr val="A5CDC6"/>
                </a:solidFill>
                <a:latin typeface="Arial"/>
                <a:ea typeface="Arial"/>
                <a:cs typeface="Arial"/>
              </a:defRPr>
            </a:lvl1pPr>
            <a:lvl2pPr>
              <a:defRPr sz="1725" b="0">
                <a:solidFill>
                  <a:srgbClr val="A5CDC6"/>
                </a:solidFill>
                <a:latin typeface="Arial"/>
                <a:ea typeface="Arial"/>
                <a:cs typeface="Arial"/>
              </a:defRPr>
            </a:lvl2pPr>
            <a:lvl3pPr>
              <a:defRPr sz="1725" b="0">
                <a:solidFill>
                  <a:srgbClr val="A5CDC6"/>
                </a:solidFill>
                <a:latin typeface="Arial"/>
                <a:ea typeface="Arial"/>
                <a:cs typeface="Arial"/>
              </a:defRPr>
            </a:lvl3pPr>
            <a:lvl4pPr>
              <a:defRPr sz="1725" b="0">
                <a:solidFill>
                  <a:srgbClr val="A5CDC6"/>
                </a:solidFill>
                <a:latin typeface="Arial"/>
                <a:ea typeface="Arial"/>
                <a:cs typeface="Arial"/>
              </a:defRPr>
            </a:lvl4pPr>
            <a:lvl5pPr>
              <a:defRPr sz="1725" b="0">
                <a:solidFill>
                  <a:srgbClr val="A5CDC6"/>
                </a:solidFill>
                <a:latin typeface="Arial"/>
                <a:ea typeface="Arial"/>
                <a:cs typeface="Arial"/>
              </a:defRPr>
            </a:lvl5pPr>
            <a:lvl6pPr>
              <a:defRPr sz="1725" b="0">
                <a:solidFill>
                  <a:srgbClr val="A5CDC6"/>
                </a:solidFill>
                <a:latin typeface="Arial"/>
                <a:ea typeface="Arial"/>
                <a:cs typeface="Arial"/>
              </a:defRPr>
            </a:lvl6pPr>
            <a:lvl7pPr>
              <a:defRPr sz="1725" b="0">
                <a:solidFill>
                  <a:srgbClr val="A5CDC6"/>
                </a:solidFill>
                <a:latin typeface="Arial"/>
                <a:ea typeface="Arial"/>
                <a:cs typeface="Arial"/>
              </a:defRPr>
            </a:lvl7pPr>
            <a:lvl8pPr>
              <a:defRPr sz="1725" b="0">
                <a:solidFill>
                  <a:srgbClr val="A5CDC6"/>
                </a:solidFill>
                <a:latin typeface="Arial"/>
                <a:ea typeface="Arial"/>
                <a:cs typeface="Arial"/>
              </a:defRPr>
            </a:lvl8pPr>
            <a:lvl9pPr>
              <a:defRPr sz="1725" b="0">
                <a:solidFill>
                  <a:srgbClr val="A5CDC6"/>
                </a:solidFill>
                <a:latin typeface="Arial"/>
                <a:ea typeface="Arial"/>
                <a:cs typeface="Arial"/>
              </a:defRPr>
            </a:lvl9pPr>
          </a:lstStyle>
          <a:p xmlns:a="http://schemas.openxmlformats.org/drawingml/2006/main">
            <a:pPr>
              <a:defRPr sz="1725" b="0">
                <a:solidFill>
                  <a:srgbClr val="A5CDC6"/>
                </a:solidFill>
                <a:latin typeface="Arial"/>
                <a:ea typeface="Arial"/>
                <a:cs typeface="Arial"/>
              </a:defRPr>
            </a:pPr>
            <a:r>
              <a:rPr sz="1725" b="0">
                <a:solidFill>
                  <a:srgbClr val="A5CDC6"/>
                </a:solidFill>
                <a:latin typeface="Arial"/>
                <a:ea typeface="Arial"/>
                <a:cs typeface="Arial"/>
              </a:rPr>
              <a:t>ASP.NET Core MVC và Razor Views</a:t>
            </a:r>
          </a:p>
          <a:p xmlns:a="http://schemas.openxmlformats.org/drawingml/2006/main">
            <a:pPr>
              <a:defRPr sz="1725" b="0">
                <a:solidFill>
                  <a:srgbClr val="A5CDC6"/>
                </a:solidFill>
                <a:latin typeface="Arial"/>
                <a:ea typeface="Arial"/>
                <a:cs typeface="Arial"/>
              </a:defRPr>
            </a:pPr>
            <a:r>
              <a:rPr sz="1725" b="0">
                <a:solidFill>
                  <a:srgbClr val="A5CDC6"/>
                </a:solidFill>
                <a:latin typeface="Arial"/>
                <a:ea typeface="Arial"/>
                <a:cs typeface="Arial"/>
              </a:rPr>
              <a:t>MongoDB Atlas</a:t>
            </a:r>
          </a:p>
        </p:txBody>
      </p:sp>
    </p:spTree>
    <p:extLst>
      <p:ext uri="{BB962C8B-B14F-4D97-AF65-F5344CB8AC3E}">
        <p14:creationId xmlns:p14="http://schemas.microsoft.com/office/powerpoint/2010/main" val="5736348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D5286D5-202E-437A-B6C7-702ACA5A8987}"/>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Bài toán sản phẩm đa ngành</a:t>
            </a:r>
          </a:p>
        </p:txBody>
      </p:sp>
      <p:sp>
        <p:nvSpPr>
          <p:cNvPr id="2" name="">
            <a:extLst xmlns:a="http://schemas.openxmlformats.org/drawingml/2006/main">
              <a:ext uri="{FF2B5EF4-FFF2-40B4-BE49-F238E27FC236}">
                <a16:creationId xmlns:a16="http://schemas.microsoft.com/office/drawing/2014/main" id="{902996BB-9A67-4264-942B-6B451EF7CF83}"/>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E9F26C4-E63A-409C-832B-2009D4C684C2}"/>
              </a:ext>
            </a:extLst>
          </p:cNvPr>
          <p:cNvSpPr>
            <a:spLocks xmlns:a="http://schemas.openxmlformats.org/drawingml/2006/main" noGrp="1"/>
          </p:cNvSpPr>
          <p:nvPr/>
        </p:nvSpPr>
        <p:spPr>
          <a:xfrm xmlns:a="http://schemas.openxmlformats.org/drawingml/2006/main">
            <a:off x="609600" y="18097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45D59"/>
                </a:solidFill>
                <a:latin typeface="Arial"/>
                <a:ea typeface="Arial"/>
                <a:cs typeface="Arial"/>
              </a:defRPr>
            </a:defPPr>
            <a:lvl1pPr>
              <a:defRPr sz="2475" b="1">
                <a:solidFill>
                  <a:srgbClr val="145D59"/>
                </a:solidFill>
                <a:latin typeface="Arial"/>
                <a:ea typeface="Arial"/>
                <a:cs typeface="Arial"/>
              </a:defRPr>
            </a:lvl1pPr>
            <a:lvl2pPr>
              <a:defRPr sz="2475" b="1">
                <a:solidFill>
                  <a:srgbClr val="145D59"/>
                </a:solidFill>
                <a:latin typeface="Arial"/>
                <a:ea typeface="Arial"/>
                <a:cs typeface="Arial"/>
              </a:defRPr>
            </a:lvl2pPr>
            <a:lvl3pPr>
              <a:defRPr sz="2475" b="1">
                <a:solidFill>
                  <a:srgbClr val="145D59"/>
                </a:solidFill>
                <a:latin typeface="Arial"/>
                <a:ea typeface="Arial"/>
                <a:cs typeface="Arial"/>
              </a:defRPr>
            </a:lvl3pPr>
            <a:lvl4pPr>
              <a:defRPr sz="2475" b="1">
                <a:solidFill>
                  <a:srgbClr val="145D59"/>
                </a:solidFill>
                <a:latin typeface="Arial"/>
                <a:ea typeface="Arial"/>
                <a:cs typeface="Arial"/>
              </a:defRPr>
            </a:lvl4pPr>
            <a:lvl5pPr>
              <a:defRPr sz="2475" b="1">
                <a:solidFill>
                  <a:srgbClr val="145D59"/>
                </a:solidFill>
                <a:latin typeface="Arial"/>
                <a:ea typeface="Arial"/>
                <a:cs typeface="Arial"/>
              </a:defRPr>
            </a:lvl5pPr>
            <a:lvl6pPr>
              <a:defRPr sz="2475" b="1">
                <a:solidFill>
                  <a:srgbClr val="145D59"/>
                </a:solidFill>
                <a:latin typeface="Arial"/>
                <a:ea typeface="Arial"/>
                <a:cs typeface="Arial"/>
              </a:defRPr>
            </a:lvl6pPr>
            <a:lvl7pPr>
              <a:defRPr sz="2475" b="1">
                <a:solidFill>
                  <a:srgbClr val="145D59"/>
                </a:solidFill>
                <a:latin typeface="Arial"/>
                <a:ea typeface="Arial"/>
                <a:cs typeface="Arial"/>
              </a:defRPr>
            </a:lvl7pPr>
            <a:lvl8pPr>
              <a:defRPr sz="2475" b="1">
                <a:solidFill>
                  <a:srgbClr val="145D59"/>
                </a:solidFill>
                <a:latin typeface="Arial"/>
                <a:ea typeface="Arial"/>
                <a:cs typeface="Arial"/>
              </a:defRPr>
            </a:lvl8pPr>
            <a:lvl9pPr>
              <a:defRPr sz="2475" b="1">
                <a:solidFill>
                  <a:srgbClr val="145D59"/>
                </a:solidFill>
                <a:latin typeface="Arial"/>
                <a:ea typeface="Arial"/>
                <a:cs typeface="Arial"/>
              </a:defRPr>
            </a:lvl9pPr>
          </a:lstStyle>
          <a:p xmlns:a="http://schemas.openxmlformats.org/drawingml/2006/main">
            <a:pPr>
              <a:defRPr sz="2475" b="1">
                <a:solidFill>
                  <a:srgbClr val="145D59"/>
                </a:solidFill>
                <a:latin typeface="Arial"/>
                <a:ea typeface="Arial"/>
                <a:cs typeface="Arial"/>
              </a:defRPr>
            </a:pPr>
            <a:r>
              <a:rPr sz="2475" b="1">
                <a:solidFill>
                  <a:srgbClr val="145D59"/>
                </a:solidFill>
                <a:latin typeface="Arial"/>
                <a:ea typeface="Arial"/>
                <a:cs typeface="Arial"/>
              </a:rPr>
              <a:t>Điện tử</a:t>
            </a:r>
          </a:p>
        </p:txBody>
      </p:sp>
      <p:sp>
        <p:nvSpPr>
          <p:cNvPr id="4" name="">
            <a:extLst xmlns:a="http://schemas.openxmlformats.org/drawingml/2006/main">
              <a:ext uri="{FF2B5EF4-FFF2-40B4-BE49-F238E27FC236}">
                <a16:creationId xmlns:a16="http://schemas.microsoft.com/office/drawing/2014/main" id="{096D26DA-7BCC-40B1-981B-085A24A6D80B}"/>
              </a:ext>
            </a:extLst>
          </p:cNvPr>
          <p:cNvSpPr>
            <a:spLocks xmlns:a="http://schemas.openxmlformats.org/drawingml/2006/main" noGrp="1"/>
          </p:cNvSpPr>
          <p:nvPr/>
        </p:nvSpPr>
        <p:spPr>
          <a:xfrm xmlns:a="http://schemas.openxmlformats.org/drawingml/2006/main">
            <a:off x="609600" y="2524125"/>
            <a:ext cx="314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829"/>
                </a:solidFill>
                <a:latin typeface="Arial"/>
                <a:ea typeface="Arial"/>
                <a:cs typeface="Arial"/>
              </a:defRPr>
            </a:defPPr>
            <a:lvl1pPr>
              <a:defRPr sz="2175" b="0">
                <a:solidFill>
                  <a:srgbClr val="242829"/>
                </a:solidFill>
                <a:latin typeface="Arial"/>
                <a:ea typeface="Arial"/>
                <a:cs typeface="Arial"/>
              </a:defRPr>
            </a:lvl1pPr>
            <a:lvl2pPr>
              <a:defRPr sz="2175" b="0">
                <a:solidFill>
                  <a:srgbClr val="242829"/>
                </a:solidFill>
                <a:latin typeface="Arial"/>
                <a:ea typeface="Arial"/>
                <a:cs typeface="Arial"/>
              </a:defRPr>
            </a:lvl2pPr>
            <a:lvl3pPr>
              <a:defRPr sz="2175" b="0">
                <a:solidFill>
                  <a:srgbClr val="242829"/>
                </a:solidFill>
                <a:latin typeface="Arial"/>
                <a:ea typeface="Arial"/>
                <a:cs typeface="Arial"/>
              </a:defRPr>
            </a:lvl3pPr>
            <a:lvl4pPr>
              <a:defRPr sz="2175" b="0">
                <a:solidFill>
                  <a:srgbClr val="242829"/>
                </a:solidFill>
                <a:latin typeface="Arial"/>
                <a:ea typeface="Arial"/>
                <a:cs typeface="Arial"/>
              </a:defRPr>
            </a:lvl4pPr>
            <a:lvl5pPr>
              <a:defRPr sz="2175" b="0">
                <a:solidFill>
                  <a:srgbClr val="242829"/>
                </a:solidFill>
                <a:latin typeface="Arial"/>
                <a:ea typeface="Arial"/>
                <a:cs typeface="Arial"/>
              </a:defRPr>
            </a:lvl5pPr>
            <a:lvl6pPr>
              <a:defRPr sz="2175" b="0">
                <a:solidFill>
                  <a:srgbClr val="242829"/>
                </a:solidFill>
                <a:latin typeface="Arial"/>
                <a:ea typeface="Arial"/>
                <a:cs typeface="Arial"/>
              </a:defRPr>
            </a:lvl6pPr>
            <a:lvl7pPr>
              <a:defRPr sz="2175" b="0">
                <a:solidFill>
                  <a:srgbClr val="242829"/>
                </a:solidFill>
                <a:latin typeface="Arial"/>
                <a:ea typeface="Arial"/>
                <a:cs typeface="Arial"/>
              </a:defRPr>
            </a:lvl7pPr>
            <a:lvl8pPr>
              <a:defRPr sz="2175" b="0">
                <a:solidFill>
                  <a:srgbClr val="242829"/>
                </a:solidFill>
                <a:latin typeface="Arial"/>
                <a:ea typeface="Arial"/>
                <a:cs typeface="Arial"/>
              </a:defRPr>
            </a:lvl8pPr>
            <a:lvl9pPr>
              <a:defRPr sz="2175" b="0">
                <a:solidFill>
                  <a:srgbClr val="242829"/>
                </a:solidFill>
                <a:latin typeface="Arial"/>
                <a:ea typeface="Arial"/>
                <a:cs typeface="Arial"/>
              </a:defRPr>
            </a:lvl9pPr>
          </a:lstStyle>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Thương hiệu</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Kết nối</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Thời gian bảo hành</a:t>
            </a:r>
          </a:p>
        </p:txBody>
      </p:sp>
      <p:sp>
        <p:nvSpPr>
          <p:cNvPr id="5" name="">
            <a:extLst xmlns:a="http://schemas.openxmlformats.org/drawingml/2006/main">
              <a:ext uri="{FF2B5EF4-FFF2-40B4-BE49-F238E27FC236}">
                <a16:creationId xmlns:a16="http://schemas.microsoft.com/office/drawing/2014/main" id="{52EC6E52-4879-4C8E-AFE3-DF681C31543E}"/>
              </a:ext>
            </a:extLst>
          </p:cNvPr>
          <p:cNvSpPr>
            <a:spLocks xmlns:a="http://schemas.openxmlformats.org/drawingml/2006/main" noGrp="1"/>
          </p:cNvSpPr>
          <p:nvPr/>
        </p:nvSpPr>
        <p:spPr>
          <a:xfrm xmlns:a="http://schemas.openxmlformats.org/drawingml/2006/main">
            <a:off x="4438650" y="18097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45D59"/>
                </a:solidFill>
                <a:latin typeface="Arial"/>
                <a:ea typeface="Arial"/>
                <a:cs typeface="Arial"/>
              </a:defRPr>
            </a:defPPr>
            <a:lvl1pPr>
              <a:defRPr sz="2475" b="1">
                <a:solidFill>
                  <a:srgbClr val="145D59"/>
                </a:solidFill>
                <a:latin typeface="Arial"/>
                <a:ea typeface="Arial"/>
                <a:cs typeface="Arial"/>
              </a:defRPr>
            </a:lvl1pPr>
            <a:lvl2pPr>
              <a:defRPr sz="2475" b="1">
                <a:solidFill>
                  <a:srgbClr val="145D59"/>
                </a:solidFill>
                <a:latin typeface="Arial"/>
                <a:ea typeface="Arial"/>
                <a:cs typeface="Arial"/>
              </a:defRPr>
            </a:lvl2pPr>
            <a:lvl3pPr>
              <a:defRPr sz="2475" b="1">
                <a:solidFill>
                  <a:srgbClr val="145D59"/>
                </a:solidFill>
                <a:latin typeface="Arial"/>
                <a:ea typeface="Arial"/>
                <a:cs typeface="Arial"/>
              </a:defRPr>
            </a:lvl3pPr>
            <a:lvl4pPr>
              <a:defRPr sz="2475" b="1">
                <a:solidFill>
                  <a:srgbClr val="145D59"/>
                </a:solidFill>
                <a:latin typeface="Arial"/>
                <a:ea typeface="Arial"/>
                <a:cs typeface="Arial"/>
              </a:defRPr>
            </a:lvl4pPr>
            <a:lvl5pPr>
              <a:defRPr sz="2475" b="1">
                <a:solidFill>
                  <a:srgbClr val="145D59"/>
                </a:solidFill>
                <a:latin typeface="Arial"/>
                <a:ea typeface="Arial"/>
                <a:cs typeface="Arial"/>
              </a:defRPr>
            </a:lvl5pPr>
            <a:lvl6pPr>
              <a:defRPr sz="2475" b="1">
                <a:solidFill>
                  <a:srgbClr val="145D59"/>
                </a:solidFill>
                <a:latin typeface="Arial"/>
                <a:ea typeface="Arial"/>
                <a:cs typeface="Arial"/>
              </a:defRPr>
            </a:lvl6pPr>
            <a:lvl7pPr>
              <a:defRPr sz="2475" b="1">
                <a:solidFill>
                  <a:srgbClr val="145D59"/>
                </a:solidFill>
                <a:latin typeface="Arial"/>
                <a:ea typeface="Arial"/>
                <a:cs typeface="Arial"/>
              </a:defRPr>
            </a:lvl7pPr>
            <a:lvl8pPr>
              <a:defRPr sz="2475" b="1">
                <a:solidFill>
                  <a:srgbClr val="145D59"/>
                </a:solidFill>
                <a:latin typeface="Arial"/>
                <a:ea typeface="Arial"/>
                <a:cs typeface="Arial"/>
              </a:defRPr>
            </a:lvl8pPr>
            <a:lvl9pPr>
              <a:defRPr sz="2475" b="1">
                <a:solidFill>
                  <a:srgbClr val="145D59"/>
                </a:solidFill>
                <a:latin typeface="Arial"/>
                <a:ea typeface="Arial"/>
                <a:cs typeface="Arial"/>
              </a:defRPr>
            </a:lvl9pPr>
          </a:lstStyle>
          <a:p xmlns:a="http://schemas.openxmlformats.org/drawingml/2006/main">
            <a:pPr>
              <a:defRPr sz="2475" b="1">
                <a:solidFill>
                  <a:srgbClr val="145D59"/>
                </a:solidFill>
                <a:latin typeface="Arial"/>
                <a:ea typeface="Arial"/>
                <a:cs typeface="Arial"/>
              </a:defRPr>
            </a:pPr>
            <a:r>
              <a:rPr sz="2475" b="1">
                <a:solidFill>
                  <a:srgbClr val="145D59"/>
                </a:solidFill>
                <a:latin typeface="Arial"/>
                <a:ea typeface="Arial"/>
                <a:cs typeface="Arial"/>
              </a:rPr>
              <a:t>Thời trang</a:t>
            </a:r>
          </a:p>
        </p:txBody>
      </p:sp>
      <p:sp>
        <p:nvSpPr>
          <p:cNvPr id="6" name="">
            <a:extLst xmlns:a="http://schemas.openxmlformats.org/drawingml/2006/main">
              <a:ext uri="{FF2B5EF4-FFF2-40B4-BE49-F238E27FC236}">
                <a16:creationId xmlns:a16="http://schemas.microsoft.com/office/drawing/2014/main" id="{63915AA7-EE5D-4AE5-B0A0-446EDA241E53}"/>
              </a:ext>
            </a:extLst>
          </p:cNvPr>
          <p:cNvSpPr>
            <a:spLocks xmlns:a="http://schemas.openxmlformats.org/drawingml/2006/main" noGrp="1"/>
          </p:cNvSpPr>
          <p:nvPr/>
        </p:nvSpPr>
        <p:spPr>
          <a:xfrm xmlns:a="http://schemas.openxmlformats.org/drawingml/2006/main">
            <a:off x="4438650" y="2524125"/>
            <a:ext cx="314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829"/>
                </a:solidFill>
                <a:latin typeface="Arial"/>
                <a:ea typeface="Arial"/>
                <a:cs typeface="Arial"/>
              </a:defRPr>
            </a:defPPr>
            <a:lvl1pPr>
              <a:defRPr sz="2175" b="0">
                <a:solidFill>
                  <a:srgbClr val="242829"/>
                </a:solidFill>
                <a:latin typeface="Arial"/>
                <a:ea typeface="Arial"/>
                <a:cs typeface="Arial"/>
              </a:defRPr>
            </a:lvl1pPr>
            <a:lvl2pPr>
              <a:defRPr sz="2175" b="0">
                <a:solidFill>
                  <a:srgbClr val="242829"/>
                </a:solidFill>
                <a:latin typeface="Arial"/>
                <a:ea typeface="Arial"/>
                <a:cs typeface="Arial"/>
              </a:defRPr>
            </a:lvl2pPr>
            <a:lvl3pPr>
              <a:defRPr sz="2175" b="0">
                <a:solidFill>
                  <a:srgbClr val="242829"/>
                </a:solidFill>
                <a:latin typeface="Arial"/>
                <a:ea typeface="Arial"/>
                <a:cs typeface="Arial"/>
              </a:defRPr>
            </a:lvl3pPr>
            <a:lvl4pPr>
              <a:defRPr sz="2175" b="0">
                <a:solidFill>
                  <a:srgbClr val="242829"/>
                </a:solidFill>
                <a:latin typeface="Arial"/>
                <a:ea typeface="Arial"/>
                <a:cs typeface="Arial"/>
              </a:defRPr>
            </a:lvl4pPr>
            <a:lvl5pPr>
              <a:defRPr sz="2175" b="0">
                <a:solidFill>
                  <a:srgbClr val="242829"/>
                </a:solidFill>
                <a:latin typeface="Arial"/>
                <a:ea typeface="Arial"/>
                <a:cs typeface="Arial"/>
              </a:defRPr>
            </a:lvl5pPr>
            <a:lvl6pPr>
              <a:defRPr sz="2175" b="0">
                <a:solidFill>
                  <a:srgbClr val="242829"/>
                </a:solidFill>
                <a:latin typeface="Arial"/>
                <a:ea typeface="Arial"/>
                <a:cs typeface="Arial"/>
              </a:defRPr>
            </a:lvl6pPr>
            <a:lvl7pPr>
              <a:defRPr sz="2175" b="0">
                <a:solidFill>
                  <a:srgbClr val="242829"/>
                </a:solidFill>
                <a:latin typeface="Arial"/>
                <a:ea typeface="Arial"/>
                <a:cs typeface="Arial"/>
              </a:defRPr>
            </a:lvl7pPr>
            <a:lvl8pPr>
              <a:defRPr sz="2175" b="0">
                <a:solidFill>
                  <a:srgbClr val="242829"/>
                </a:solidFill>
                <a:latin typeface="Arial"/>
                <a:ea typeface="Arial"/>
                <a:cs typeface="Arial"/>
              </a:defRPr>
            </a:lvl8pPr>
            <a:lvl9pPr>
              <a:defRPr sz="2175" b="0">
                <a:solidFill>
                  <a:srgbClr val="242829"/>
                </a:solidFill>
                <a:latin typeface="Arial"/>
                <a:ea typeface="Arial"/>
                <a:cs typeface="Arial"/>
              </a:defRPr>
            </a:lvl9pPr>
          </a:lstStyle>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Chất liệu</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Màu sắc</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Kích cỡ</a:t>
            </a:r>
          </a:p>
        </p:txBody>
      </p:sp>
      <p:sp>
        <p:nvSpPr>
          <p:cNvPr id="7" name="">
            <a:extLst xmlns:a="http://schemas.openxmlformats.org/drawingml/2006/main">
              <a:ext uri="{FF2B5EF4-FFF2-40B4-BE49-F238E27FC236}">
                <a16:creationId xmlns:a16="http://schemas.microsoft.com/office/drawing/2014/main" id="{1113210B-EBC6-4CB5-B29E-F7469D145D6F}"/>
              </a:ext>
            </a:extLst>
          </p:cNvPr>
          <p:cNvSpPr>
            <a:spLocks xmlns:a="http://schemas.openxmlformats.org/drawingml/2006/main" noGrp="1"/>
          </p:cNvSpPr>
          <p:nvPr/>
        </p:nvSpPr>
        <p:spPr>
          <a:xfrm xmlns:a="http://schemas.openxmlformats.org/drawingml/2006/main">
            <a:off x="8267700" y="18097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45D59"/>
                </a:solidFill>
                <a:latin typeface="Arial"/>
                <a:ea typeface="Arial"/>
                <a:cs typeface="Arial"/>
              </a:defRPr>
            </a:defPPr>
            <a:lvl1pPr>
              <a:defRPr sz="2475" b="1">
                <a:solidFill>
                  <a:srgbClr val="145D59"/>
                </a:solidFill>
                <a:latin typeface="Arial"/>
                <a:ea typeface="Arial"/>
                <a:cs typeface="Arial"/>
              </a:defRPr>
            </a:lvl1pPr>
            <a:lvl2pPr>
              <a:defRPr sz="2475" b="1">
                <a:solidFill>
                  <a:srgbClr val="145D59"/>
                </a:solidFill>
                <a:latin typeface="Arial"/>
                <a:ea typeface="Arial"/>
                <a:cs typeface="Arial"/>
              </a:defRPr>
            </a:lvl2pPr>
            <a:lvl3pPr>
              <a:defRPr sz="2475" b="1">
                <a:solidFill>
                  <a:srgbClr val="145D59"/>
                </a:solidFill>
                <a:latin typeface="Arial"/>
                <a:ea typeface="Arial"/>
                <a:cs typeface="Arial"/>
              </a:defRPr>
            </a:lvl3pPr>
            <a:lvl4pPr>
              <a:defRPr sz="2475" b="1">
                <a:solidFill>
                  <a:srgbClr val="145D59"/>
                </a:solidFill>
                <a:latin typeface="Arial"/>
                <a:ea typeface="Arial"/>
                <a:cs typeface="Arial"/>
              </a:defRPr>
            </a:lvl4pPr>
            <a:lvl5pPr>
              <a:defRPr sz="2475" b="1">
                <a:solidFill>
                  <a:srgbClr val="145D59"/>
                </a:solidFill>
                <a:latin typeface="Arial"/>
                <a:ea typeface="Arial"/>
                <a:cs typeface="Arial"/>
              </a:defRPr>
            </a:lvl5pPr>
            <a:lvl6pPr>
              <a:defRPr sz="2475" b="1">
                <a:solidFill>
                  <a:srgbClr val="145D59"/>
                </a:solidFill>
                <a:latin typeface="Arial"/>
                <a:ea typeface="Arial"/>
                <a:cs typeface="Arial"/>
              </a:defRPr>
            </a:lvl6pPr>
            <a:lvl7pPr>
              <a:defRPr sz="2475" b="1">
                <a:solidFill>
                  <a:srgbClr val="145D59"/>
                </a:solidFill>
                <a:latin typeface="Arial"/>
                <a:ea typeface="Arial"/>
                <a:cs typeface="Arial"/>
              </a:defRPr>
            </a:lvl7pPr>
            <a:lvl8pPr>
              <a:defRPr sz="2475" b="1">
                <a:solidFill>
                  <a:srgbClr val="145D59"/>
                </a:solidFill>
                <a:latin typeface="Arial"/>
                <a:ea typeface="Arial"/>
                <a:cs typeface="Arial"/>
              </a:defRPr>
            </a:lvl8pPr>
            <a:lvl9pPr>
              <a:defRPr sz="2475" b="1">
                <a:solidFill>
                  <a:srgbClr val="145D59"/>
                </a:solidFill>
                <a:latin typeface="Arial"/>
                <a:ea typeface="Arial"/>
                <a:cs typeface="Arial"/>
              </a:defRPr>
            </a:lvl9pPr>
          </a:lstStyle>
          <a:p xmlns:a="http://schemas.openxmlformats.org/drawingml/2006/main">
            <a:pPr>
              <a:defRPr sz="2475" b="1">
                <a:solidFill>
                  <a:srgbClr val="145D59"/>
                </a:solidFill>
                <a:latin typeface="Arial"/>
                <a:ea typeface="Arial"/>
                <a:cs typeface="Arial"/>
              </a:defRPr>
            </a:pPr>
            <a:r>
              <a:rPr sz="2475" b="1">
                <a:solidFill>
                  <a:srgbClr val="145D59"/>
                </a:solidFill>
                <a:latin typeface="Arial"/>
                <a:ea typeface="Arial"/>
                <a:cs typeface="Arial"/>
              </a:rPr>
              <a:t>Gia dụng</a:t>
            </a:r>
          </a:p>
        </p:txBody>
      </p:sp>
      <p:sp>
        <p:nvSpPr>
          <p:cNvPr id="8" name="">
            <a:extLst xmlns:a="http://schemas.openxmlformats.org/drawingml/2006/main">
              <a:ext uri="{FF2B5EF4-FFF2-40B4-BE49-F238E27FC236}">
                <a16:creationId xmlns:a16="http://schemas.microsoft.com/office/drawing/2014/main" id="{F74D1B46-98B0-4D79-B630-305031B7C653}"/>
              </a:ext>
            </a:extLst>
          </p:cNvPr>
          <p:cNvSpPr>
            <a:spLocks xmlns:a="http://schemas.openxmlformats.org/drawingml/2006/main" noGrp="1"/>
          </p:cNvSpPr>
          <p:nvPr/>
        </p:nvSpPr>
        <p:spPr>
          <a:xfrm xmlns:a="http://schemas.openxmlformats.org/drawingml/2006/main">
            <a:off x="8267700" y="2524125"/>
            <a:ext cx="314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829"/>
                </a:solidFill>
                <a:latin typeface="Arial"/>
                <a:ea typeface="Arial"/>
                <a:cs typeface="Arial"/>
              </a:defRPr>
            </a:defPPr>
            <a:lvl1pPr>
              <a:defRPr sz="2175" b="0">
                <a:solidFill>
                  <a:srgbClr val="242829"/>
                </a:solidFill>
                <a:latin typeface="Arial"/>
                <a:ea typeface="Arial"/>
                <a:cs typeface="Arial"/>
              </a:defRPr>
            </a:lvl1pPr>
            <a:lvl2pPr>
              <a:defRPr sz="2175" b="0">
                <a:solidFill>
                  <a:srgbClr val="242829"/>
                </a:solidFill>
                <a:latin typeface="Arial"/>
                <a:ea typeface="Arial"/>
                <a:cs typeface="Arial"/>
              </a:defRPr>
            </a:lvl2pPr>
            <a:lvl3pPr>
              <a:defRPr sz="2175" b="0">
                <a:solidFill>
                  <a:srgbClr val="242829"/>
                </a:solidFill>
                <a:latin typeface="Arial"/>
                <a:ea typeface="Arial"/>
                <a:cs typeface="Arial"/>
              </a:defRPr>
            </a:lvl3pPr>
            <a:lvl4pPr>
              <a:defRPr sz="2175" b="0">
                <a:solidFill>
                  <a:srgbClr val="242829"/>
                </a:solidFill>
                <a:latin typeface="Arial"/>
                <a:ea typeface="Arial"/>
                <a:cs typeface="Arial"/>
              </a:defRPr>
            </a:lvl4pPr>
            <a:lvl5pPr>
              <a:defRPr sz="2175" b="0">
                <a:solidFill>
                  <a:srgbClr val="242829"/>
                </a:solidFill>
                <a:latin typeface="Arial"/>
                <a:ea typeface="Arial"/>
                <a:cs typeface="Arial"/>
              </a:defRPr>
            </a:lvl5pPr>
            <a:lvl6pPr>
              <a:defRPr sz="2175" b="0">
                <a:solidFill>
                  <a:srgbClr val="242829"/>
                </a:solidFill>
                <a:latin typeface="Arial"/>
                <a:ea typeface="Arial"/>
                <a:cs typeface="Arial"/>
              </a:defRPr>
            </a:lvl6pPr>
            <a:lvl7pPr>
              <a:defRPr sz="2175" b="0">
                <a:solidFill>
                  <a:srgbClr val="242829"/>
                </a:solidFill>
                <a:latin typeface="Arial"/>
                <a:ea typeface="Arial"/>
                <a:cs typeface="Arial"/>
              </a:defRPr>
            </a:lvl7pPr>
            <a:lvl8pPr>
              <a:defRPr sz="2175" b="0">
                <a:solidFill>
                  <a:srgbClr val="242829"/>
                </a:solidFill>
                <a:latin typeface="Arial"/>
                <a:ea typeface="Arial"/>
                <a:cs typeface="Arial"/>
              </a:defRPr>
            </a:lvl8pPr>
            <a:lvl9pPr>
              <a:defRPr sz="2175" b="0">
                <a:solidFill>
                  <a:srgbClr val="242829"/>
                </a:solidFill>
                <a:latin typeface="Arial"/>
                <a:ea typeface="Arial"/>
                <a:cs typeface="Arial"/>
              </a:defRPr>
            </a:lvl9pPr>
          </a:lstStyle>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Chất liệu</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Xuất xứ</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Dung tích</a:t>
            </a:r>
          </a:p>
        </p:txBody>
      </p:sp>
      <p:sp>
        <p:nvSpPr>
          <p:cNvPr id="9" name="">
            <a:extLst xmlns:a="http://schemas.openxmlformats.org/drawingml/2006/main">
              <a:ext uri="{FF2B5EF4-FFF2-40B4-BE49-F238E27FC236}">
                <a16:creationId xmlns:a16="http://schemas.microsoft.com/office/drawing/2014/main" id="{9209A08F-FEA0-4C68-9EF5-81BB57CEB93D}"/>
              </a:ext>
            </a:extLst>
          </p:cNvPr>
          <p:cNvSpPr>
            <a:spLocks xmlns:a="http://schemas.openxmlformats.org/drawingml/2006/main" noGrp="1"/>
          </p:cNvSpPr>
          <p:nvPr/>
        </p:nvSpPr>
        <p:spPr>
          <a:xfrm xmlns:a="http://schemas.openxmlformats.org/drawingml/2006/main">
            <a:off x="609600" y="5381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Một collection sanpham, nhiều cấu trúc attributes và options</a:t>
            </a:r>
          </a:p>
        </p:txBody>
      </p:sp>
    </p:spTree>
    <p:extLst>
      <p:ext uri="{BB962C8B-B14F-4D97-AF65-F5344CB8AC3E}">
        <p14:creationId xmlns:p14="http://schemas.microsoft.com/office/powerpoint/2010/main" val="4003443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91877D-80BC-47DE-935C-C95F27884923}"/>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Phạm vi chức năng</a:t>
            </a:r>
          </a:p>
        </p:txBody>
      </p:sp>
      <p:sp>
        <p:nvSpPr>
          <p:cNvPr id="2" name="">
            <a:extLst xmlns:a="http://schemas.openxmlformats.org/drawingml/2006/main">
              <a:ext uri="{FF2B5EF4-FFF2-40B4-BE49-F238E27FC236}">
                <a16:creationId xmlns:a16="http://schemas.microsoft.com/office/drawing/2014/main" id="{33684EDF-90A1-4A9B-807A-5FBF765C6565}"/>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540400A-98A9-4169-9F62-B6FE8FC67B41}"/>
              </a:ext>
            </a:extLst>
          </p:cNvPr>
          <p:cNvSpPr>
            <a:spLocks xmlns:a="http://schemas.openxmlformats.org/drawingml/2006/main" noGrp="1"/>
          </p:cNvSpPr>
          <p:nvPr/>
        </p:nvSpPr>
        <p:spPr>
          <a:xfrm xmlns:a="http://schemas.openxmlformats.org/drawingml/2006/main">
            <a:off x="609600" y="17621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45D59"/>
                </a:solidFill>
                <a:latin typeface="Arial"/>
                <a:ea typeface="Arial"/>
                <a:cs typeface="Arial"/>
              </a:defRPr>
            </a:defPPr>
            <a:lvl1pPr>
              <a:defRPr sz="2475" b="1">
                <a:solidFill>
                  <a:srgbClr val="145D59"/>
                </a:solidFill>
                <a:latin typeface="Arial"/>
                <a:ea typeface="Arial"/>
                <a:cs typeface="Arial"/>
              </a:defRPr>
            </a:lvl1pPr>
            <a:lvl2pPr>
              <a:defRPr sz="2475" b="1">
                <a:solidFill>
                  <a:srgbClr val="145D59"/>
                </a:solidFill>
                <a:latin typeface="Arial"/>
                <a:ea typeface="Arial"/>
                <a:cs typeface="Arial"/>
              </a:defRPr>
            </a:lvl2pPr>
            <a:lvl3pPr>
              <a:defRPr sz="2475" b="1">
                <a:solidFill>
                  <a:srgbClr val="145D59"/>
                </a:solidFill>
                <a:latin typeface="Arial"/>
                <a:ea typeface="Arial"/>
                <a:cs typeface="Arial"/>
              </a:defRPr>
            </a:lvl3pPr>
            <a:lvl4pPr>
              <a:defRPr sz="2475" b="1">
                <a:solidFill>
                  <a:srgbClr val="145D59"/>
                </a:solidFill>
                <a:latin typeface="Arial"/>
                <a:ea typeface="Arial"/>
                <a:cs typeface="Arial"/>
              </a:defRPr>
            </a:lvl4pPr>
            <a:lvl5pPr>
              <a:defRPr sz="2475" b="1">
                <a:solidFill>
                  <a:srgbClr val="145D59"/>
                </a:solidFill>
                <a:latin typeface="Arial"/>
                <a:ea typeface="Arial"/>
                <a:cs typeface="Arial"/>
              </a:defRPr>
            </a:lvl5pPr>
            <a:lvl6pPr>
              <a:defRPr sz="2475" b="1">
                <a:solidFill>
                  <a:srgbClr val="145D59"/>
                </a:solidFill>
                <a:latin typeface="Arial"/>
                <a:ea typeface="Arial"/>
                <a:cs typeface="Arial"/>
              </a:defRPr>
            </a:lvl6pPr>
            <a:lvl7pPr>
              <a:defRPr sz="2475" b="1">
                <a:solidFill>
                  <a:srgbClr val="145D59"/>
                </a:solidFill>
                <a:latin typeface="Arial"/>
                <a:ea typeface="Arial"/>
                <a:cs typeface="Arial"/>
              </a:defRPr>
            </a:lvl7pPr>
            <a:lvl8pPr>
              <a:defRPr sz="2475" b="1">
                <a:solidFill>
                  <a:srgbClr val="145D59"/>
                </a:solidFill>
                <a:latin typeface="Arial"/>
                <a:ea typeface="Arial"/>
                <a:cs typeface="Arial"/>
              </a:defRPr>
            </a:lvl8pPr>
            <a:lvl9pPr>
              <a:defRPr sz="2475" b="1">
                <a:solidFill>
                  <a:srgbClr val="145D59"/>
                </a:solidFill>
                <a:latin typeface="Arial"/>
                <a:ea typeface="Arial"/>
                <a:cs typeface="Arial"/>
              </a:defRPr>
            </a:lvl9pPr>
          </a:lstStyle>
          <a:p xmlns:a="http://schemas.openxmlformats.org/drawingml/2006/main">
            <a:pPr>
              <a:defRPr sz="2475" b="1">
                <a:solidFill>
                  <a:srgbClr val="145D59"/>
                </a:solidFill>
                <a:latin typeface="Arial"/>
                <a:ea typeface="Arial"/>
                <a:cs typeface="Arial"/>
              </a:defRPr>
            </a:pPr>
            <a:r>
              <a:rPr sz="2475" b="1">
                <a:solidFill>
                  <a:srgbClr val="145D59"/>
                </a:solidFill>
                <a:latin typeface="Arial"/>
                <a:ea typeface="Arial"/>
                <a:cs typeface="Arial"/>
              </a:rPr>
              <a:t>Khách mua hàng</a:t>
            </a:r>
          </a:p>
        </p:txBody>
      </p:sp>
      <p:sp>
        <p:nvSpPr>
          <p:cNvPr id="4" name="">
            <a:extLst xmlns:a="http://schemas.openxmlformats.org/drawingml/2006/main">
              <a:ext uri="{FF2B5EF4-FFF2-40B4-BE49-F238E27FC236}">
                <a16:creationId xmlns:a16="http://schemas.microsoft.com/office/drawing/2014/main" id="{5B80FD89-5843-4487-8B20-6F770ABE486E}"/>
              </a:ext>
            </a:extLst>
          </p:cNvPr>
          <p:cNvSpPr>
            <a:spLocks xmlns:a="http://schemas.openxmlformats.org/drawingml/2006/main" noGrp="1"/>
          </p:cNvSpPr>
          <p:nvPr/>
        </p:nvSpPr>
        <p:spPr>
          <a:xfrm xmlns:a="http://schemas.openxmlformats.org/drawingml/2006/main">
            <a:off x="609600" y="2505075"/>
            <a:ext cx="5143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829"/>
                </a:solidFill>
                <a:latin typeface="Arial"/>
                <a:ea typeface="Arial"/>
                <a:cs typeface="Arial"/>
              </a:defRPr>
            </a:defPPr>
            <a:lvl1pPr>
              <a:defRPr sz="2175" b="0">
                <a:solidFill>
                  <a:srgbClr val="242829"/>
                </a:solidFill>
                <a:latin typeface="Arial"/>
                <a:ea typeface="Arial"/>
                <a:cs typeface="Arial"/>
              </a:defRPr>
            </a:lvl1pPr>
            <a:lvl2pPr>
              <a:defRPr sz="2175" b="0">
                <a:solidFill>
                  <a:srgbClr val="242829"/>
                </a:solidFill>
                <a:latin typeface="Arial"/>
                <a:ea typeface="Arial"/>
                <a:cs typeface="Arial"/>
              </a:defRPr>
            </a:lvl2pPr>
            <a:lvl3pPr>
              <a:defRPr sz="2175" b="0">
                <a:solidFill>
                  <a:srgbClr val="242829"/>
                </a:solidFill>
                <a:latin typeface="Arial"/>
                <a:ea typeface="Arial"/>
                <a:cs typeface="Arial"/>
              </a:defRPr>
            </a:lvl3pPr>
            <a:lvl4pPr>
              <a:defRPr sz="2175" b="0">
                <a:solidFill>
                  <a:srgbClr val="242829"/>
                </a:solidFill>
                <a:latin typeface="Arial"/>
                <a:ea typeface="Arial"/>
                <a:cs typeface="Arial"/>
              </a:defRPr>
            </a:lvl4pPr>
            <a:lvl5pPr>
              <a:defRPr sz="2175" b="0">
                <a:solidFill>
                  <a:srgbClr val="242829"/>
                </a:solidFill>
                <a:latin typeface="Arial"/>
                <a:ea typeface="Arial"/>
                <a:cs typeface="Arial"/>
              </a:defRPr>
            </a:lvl5pPr>
            <a:lvl6pPr>
              <a:defRPr sz="2175" b="0">
                <a:solidFill>
                  <a:srgbClr val="242829"/>
                </a:solidFill>
                <a:latin typeface="Arial"/>
                <a:ea typeface="Arial"/>
                <a:cs typeface="Arial"/>
              </a:defRPr>
            </a:lvl6pPr>
            <a:lvl7pPr>
              <a:defRPr sz="2175" b="0">
                <a:solidFill>
                  <a:srgbClr val="242829"/>
                </a:solidFill>
                <a:latin typeface="Arial"/>
                <a:ea typeface="Arial"/>
                <a:cs typeface="Arial"/>
              </a:defRPr>
            </a:lvl7pPr>
            <a:lvl8pPr>
              <a:defRPr sz="2175" b="0">
                <a:solidFill>
                  <a:srgbClr val="242829"/>
                </a:solidFill>
                <a:latin typeface="Arial"/>
                <a:ea typeface="Arial"/>
                <a:cs typeface="Arial"/>
              </a:defRPr>
            </a:lvl8pPr>
            <a:lvl9pPr>
              <a:defRPr sz="2175" b="0">
                <a:solidFill>
                  <a:srgbClr val="242829"/>
                </a:solidFill>
                <a:latin typeface="Arial"/>
                <a:ea typeface="Arial"/>
                <a:cs typeface="Arial"/>
              </a:defRPr>
            </a:lvl9pPr>
          </a:lstStyle>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Tìm kiếm và chọn danh mục</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Chọn màu và kích cỡ</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Giỏ hàng và đặt hàng</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Tự mở đơn hàng của mình</a:t>
            </a:r>
          </a:p>
        </p:txBody>
      </p:sp>
      <p:sp>
        <p:nvSpPr>
          <p:cNvPr id="5" name="">
            <a:extLst xmlns:a="http://schemas.openxmlformats.org/drawingml/2006/main">
              <a:ext uri="{FF2B5EF4-FFF2-40B4-BE49-F238E27FC236}">
                <a16:creationId xmlns:a16="http://schemas.microsoft.com/office/drawing/2014/main" id="{5FC8A918-9CDD-4AB8-8D58-5C4D9EE23C8F}"/>
              </a:ext>
            </a:extLst>
          </p:cNvPr>
          <p:cNvSpPr>
            <a:spLocks xmlns:a="http://schemas.openxmlformats.org/drawingml/2006/main" noGrp="1"/>
          </p:cNvSpPr>
          <p:nvPr/>
        </p:nvSpPr>
        <p:spPr>
          <a:xfrm xmlns:a="http://schemas.openxmlformats.org/drawingml/2006/main">
            <a:off x="6572250" y="17621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45D59"/>
                </a:solidFill>
                <a:latin typeface="Arial"/>
                <a:ea typeface="Arial"/>
                <a:cs typeface="Arial"/>
              </a:defRPr>
            </a:defPPr>
            <a:lvl1pPr>
              <a:defRPr sz="2475" b="1">
                <a:solidFill>
                  <a:srgbClr val="145D59"/>
                </a:solidFill>
                <a:latin typeface="Arial"/>
                <a:ea typeface="Arial"/>
                <a:cs typeface="Arial"/>
              </a:defRPr>
            </a:lvl1pPr>
            <a:lvl2pPr>
              <a:defRPr sz="2475" b="1">
                <a:solidFill>
                  <a:srgbClr val="145D59"/>
                </a:solidFill>
                <a:latin typeface="Arial"/>
                <a:ea typeface="Arial"/>
                <a:cs typeface="Arial"/>
              </a:defRPr>
            </a:lvl2pPr>
            <a:lvl3pPr>
              <a:defRPr sz="2475" b="1">
                <a:solidFill>
                  <a:srgbClr val="145D59"/>
                </a:solidFill>
                <a:latin typeface="Arial"/>
                <a:ea typeface="Arial"/>
                <a:cs typeface="Arial"/>
              </a:defRPr>
            </a:lvl3pPr>
            <a:lvl4pPr>
              <a:defRPr sz="2475" b="1">
                <a:solidFill>
                  <a:srgbClr val="145D59"/>
                </a:solidFill>
                <a:latin typeface="Arial"/>
                <a:ea typeface="Arial"/>
                <a:cs typeface="Arial"/>
              </a:defRPr>
            </a:lvl4pPr>
            <a:lvl5pPr>
              <a:defRPr sz="2475" b="1">
                <a:solidFill>
                  <a:srgbClr val="145D59"/>
                </a:solidFill>
                <a:latin typeface="Arial"/>
                <a:ea typeface="Arial"/>
                <a:cs typeface="Arial"/>
              </a:defRPr>
            </a:lvl5pPr>
            <a:lvl6pPr>
              <a:defRPr sz="2475" b="1">
                <a:solidFill>
                  <a:srgbClr val="145D59"/>
                </a:solidFill>
                <a:latin typeface="Arial"/>
                <a:ea typeface="Arial"/>
                <a:cs typeface="Arial"/>
              </a:defRPr>
            </a:lvl6pPr>
            <a:lvl7pPr>
              <a:defRPr sz="2475" b="1">
                <a:solidFill>
                  <a:srgbClr val="145D59"/>
                </a:solidFill>
                <a:latin typeface="Arial"/>
                <a:ea typeface="Arial"/>
                <a:cs typeface="Arial"/>
              </a:defRPr>
            </a:lvl7pPr>
            <a:lvl8pPr>
              <a:defRPr sz="2475" b="1">
                <a:solidFill>
                  <a:srgbClr val="145D59"/>
                </a:solidFill>
                <a:latin typeface="Arial"/>
                <a:ea typeface="Arial"/>
                <a:cs typeface="Arial"/>
              </a:defRPr>
            </a:lvl8pPr>
            <a:lvl9pPr>
              <a:defRPr sz="2475" b="1">
                <a:solidFill>
                  <a:srgbClr val="145D59"/>
                </a:solidFill>
                <a:latin typeface="Arial"/>
                <a:ea typeface="Arial"/>
                <a:cs typeface="Arial"/>
              </a:defRPr>
            </a:lvl9pPr>
          </a:lstStyle>
          <a:p xmlns:a="http://schemas.openxmlformats.org/drawingml/2006/main">
            <a:pPr>
              <a:defRPr sz="2475" b="1">
                <a:solidFill>
                  <a:srgbClr val="145D59"/>
                </a:solidFill>
                <a:latin typeface="Arial"/>
                <a:ea typeface="Arial"/>
                <a:cs typeface="Arial"/>
              </a:defRPr>
            </a:pPr>
            <a:r>
              <a:rPr sz="2475" b="1">
                <a:solidFill>
                  <a:srgbClr val="145D59"/>
                </a:solidFill>
                <a:latin typeface="Arial"/>
                <a:ea typeface="Arial"/>
                <a:cs typeface="Arial"/>
              </a:rPr>
              <a:t>Quản trị viên</a:t>
            </a:r>
          </a:p>
        </p:txBody>
      </p:sp>
      <p:sp>
        <p:nvSpPr>
          <p:cNvPr id="6" name="">
            <a:extLst xmlns:a="http://schemas.openxmlformats.org/drawingml/2006/main">
              <a:ext uri="{FF2B5EF4-FFF2-40B4-BE49-F238E27FC236}">
                <a16:creationId xmlns:a16="http://schemas.microsoft.com/office/drawing/2014/main" id="{46DC62B4-E429-4B32-B8D5-E320C2962404}"/>
              </a:ext>
            </a:extLst>
          </p:cNvPr>
          <p:cNvSpPr>
            <a:spLocks xmlns:a="http://schemas.openxmlformats.org/drawingml/2006/main" noGrp="1"/>
          </p:cNvSpPr>
          <p:nvPr/>
        </p:nvSpPr>
        <p:spPr>
          <a:xfrm xmlns:a="http://schemas.openxmlformats.org/drawingml/2006/main">
            <a:off x="6572250" y="2505075"/>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829"/>
                </a:solidFill>
                <a:latin typeface="Arial"/>
                <a:ea typeface="Arial"/>
                <a:cs typeface="Arial"/>
              </a:defRPr>
            </a:defPPr>
            <a:lvl1pPr>
              <a:defRPr sz="2175" b="0">
                <a:solidFill>
                  <a:srgbClr val="242829"/>
                </a:solidFill>
                <a:latin typeface="Arial"/>
                <a:ea typeface="Arial"/>
                <a:cs typeface="Arial"/>
              </a:defRPr>
            </a:lvl1pPr>
            <a:lvl2pPr>
              <a:defRPr sz="2175" b="0">
                <a:solidFill>
                  <a:srgbClr val="242829"/>
                </a:solidFill>
                <a:latin typeface="Arial"/>
                <a:ea typeface="Arial"/>
                <a:cs typeface="Arial"/>
              </a:defRPr>
            </a:lvl2pPr>
            <a:lvl3pPr>
              <a:defRPr sz="2175" b="0">
                <a:solidFill>
                  <a:srgbClr val="242829"/>
                </a:solidFill>
                <a:latin typeface="Arial"/>
                <a:ea typeface="Arial"/>
                <a:cs typeface="Arial"/>
              </a:defRPr>
            </a:lvl3pPr>
            <a:lvl4pPr>
              <a:defRPr sz="2175" b="0">
                <a:solidFill>
                  <a:srgbClr val="242829"/>
                </a:solidFill>
                <a:latin typeface="Arial"/>
                <a:ea typeface="Arial"/>
                <a:cs typeface="Arial"/>
              </a:defRPr>
            </a:lvl4pPr>
            <a:lvl5pPr>
              <a:defRPr sz="2175" b="0">
                <a:solidFill>
                  <a:srgbClr val="242829"/>
                </a:solidFill>
                <a:latin typeface="Arial"/>
                <a:ea typeface="Arial"/>
                <a:cs typeface="Arial"/>
              </a:defRPr>
            </a:lvl5pPr>
            <a:lvl6pPr>
              <a:defRPr sz="2175" b="0">
                <a:solidFill>
                  <a:srgbClr val="242829"/>
                </a:solidFill>
                <a:latin typeface="Arial"/>
                <a:ea typeface="Arial"/>
                <a:cs typeface="Arial"/>
              </a:defRPr>
            </a:lvl6pPr>
            <a:lvl7pPr>
              <a:defRPr sz="2175" b="0">
                <a:solidFill>
                  <a:srgbClr val="242829"/>
                </a:solidFill>
                <a:latin typeface="Arial"/>
                <a:ea typeface="Arial"/>
                <a:cs typeface="Arial"/>
              </a:defRPr>
            </a:lvl7pPr>
            <a:lvl8pPr>
              <a:defRPr sz="2175" b="0">
                <a:solidFill>
                  <a:srgbClr val="242829"/>
                </a:solidFill>
                <a:latin typeface="Arial"/>
                <a:ea typeface="Arial"/>
                <a:cs typeface="Arial"/>
              </a:defRPr>
            </a:lvl8pPr>
            <a:lvl9pPr>
              <a:defRPr sz="2175" b="0">
                <a:solidFill>
                  <a:srgbClr val="242829"/>
                </a:solidFill>
                <a:latin typeface="Arial"/>
                <a:ea typeface="Arial"/>
                <a:cs typeface="Arial"/>
              </a:defRPr>
            </a:lvl9pPr>
          </a:lstStyle>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Quản lý danh mục và sản phẩm</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Giá và tồn kho từng biến thể</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Hoàn tất hoặc hủy đơn</a:t>
            </a:r>
          </a:p>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Dashboard doanh thu và Top 5</a:t>
            </a:r>
          </a:p>
        </p:txBody>
      </p:sp>
      <p:sp>
        <p:nvSpPr>
          <p:cNvPr id="7" name="">
            <a:extLst xmlns:a="http://schemas.openxmlformats.org/drawingml/2006/main">
              <a:ext uri="{FF2B5EF4-FFF2-40B4-BE49-F238E27FC236}">
                <a16:creationId xmlns:a16="http://schemas.microsoft.com/office/drawing/2014/main" id="{265D0B16-AC42-4209-B67F-92A4A79997B2}"/>
              </a:ext>
            </a:extLst>
          </p:cNvPr>
          <p:cNvSpPr>
            <a:spLocks xmlns:a="http://schemas.openxmlformats.org/drawingml/2006/main" noGrp="1"/>
          </p:cNvSpPr>
          <p:nvPr/>
        </p:nvSpPr>
        <p:spPr>
          <a:xfrm xmlns:a="http://schemas.openxmlformats.org/drawingml/2006/main">
            <a:off x="60960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Xóa sản phẩm được triển khai bằng ngừng bán để giữ lịch sử đơn hàng</a:t>
            </a:r>
          </a:p>
        </p:txBody>
      </p:sp>
    </p:spTree>
    <p:extLst>
      <p:ext uri="{BB962C8B-B14F-4D97-AF65-F5344CB8AC3E}">
        <p14:creationId xmlns:p14="http://schemas.microsoft.com/office/powerpoint/2010/main" val="10773211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21960C-B2B7-4D21-8060-81EBC873D340}"/>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Kiến trúc ứng dụng</a:t>
            </a:r>
          </a:p>
        </p:txBody>
      </p:sp>
      <p:sp>
        <p:nvSpPr>
          <p:cNvPr id="2" name="">
            <a:extLst xmlns:a="http://schemas.openxmlformats.org/drawingml/2006/main">
              <a:ext uri="{FF2B5EF4-FFF2-40B4-BE49-F238E27FC236}">
                <a16:creationId xmlns:a16="http://schemas.microsoft.com/office/drawing/2014/main" id="{CB3999CC-5E9C-4FE3-98AA-A55D995BF677}"/>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128B6404-373B-4CEB-A6DA-E2C768A0272A}"/>
              </a:ext>
            </a:extLst>
          </p:cNvPr>
          <p:cNvGraphicFramePr/>
          <p:nvPr/>
        </p:nvGraphicFramePr>
        <p:xfrm>
          <a:off xmlns:a="http://schemas.openxmlformats.org/drawingml/2006/main" x="609600" y="1762125"/>
          <a:ext xmlns:a="http://schemas.openxmlformats.org/drawingml/2006/main" cx="10972800" cy="3429000"/>
        </p:xfrm>
        <a:graphic xmlns:a="http://schemas.openxmlformats.org/drawingml/2006/main">
          <a:graphicData uri="http://schemas.openxmlformats.org/drawingml/2006/table">
            <a:tbl>
              <a:tblPr/>
              <a:tblGrid>
                <a:gridCol w="3524250"/>
                <a:gridCol w="7448550"/>
              </a:tblGrid>
              <a:tr h="685800">
                <a:tc>
                  <a:txBody>
                    <a:bodyPr lIns="133350" tIns="95250" rIns="133350" bIns="95250"/>
                    <a:lstStyle/>
                    <a:p>
                      <a:r>
                        <a:rPr sz="1650" b="1">
                          <a:solidFill>
                            <a:srgbClr val="FFFFFF"/>
                          </a:solidFill>
                          <a:latin typeface="Arial"/>
                          <a:ea typeface="Arial"/>
                          <a:cs typeface="Arial"/>
                        </a:rPr>
                        <a:t>Lớp</a:t>
                      </a:r>
                    </a:p>
                  </a:txBody>
                  <a:tcPr marL="91440" marR="91440" marT="45720" marB="45720"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Trách nhiệm</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r>
              <a:tr h="685800">
                <a:tc>
                  <a:txBody>
                    <a:bodyPr lIns="133350" tIns="95250" rIns="133350" bIns="95250"/>
                    <a:lstStyle/>
                    <a:p>
                      <a:r>
                        <a:rPr sz="1650" b="0">
                          <a:solidFill>
                            <a:srgbClr val="242829"/>
                          </a:solidFill>
                          <a:latin typeface="Arial"/>
                          <a:ea typeface="Arial"/>
                          <a:cs typeface="Arial"/>
                        </a:rPr>
                        <a:t>Razor và MVC Controller</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Nhận form và render giao diện</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685800">
                <a:tc>
                  <a:txBody>
                    <a:bodyPr lIns="133350" tIns="95250" rIns="133350" bIns="95250"/>
                    <a:lstStyle/>
                    <a:p>
                      <a:r>
                        <a:rPr sz="1650" b="0">
                          <a:solidFill>
                            <a:srgbClr val="242829"/>
                          </a:solidFill>
                          <a:latin typeface="Arial"/>
                          <a:ea typeface="Arial"/>
                          <a:cs typeface="Arial"/>
                        </a:rPr>
                        <a:t>Service</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Kiểm tra nghiệp vụ và điều phối transaction</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r h="685800">
                <a:tc>
                  <a:txBody>
                    <a:bodyPr lIns="133350" tIns="95250" rIns="133350" bIns="95250"/>
                    <a:lstStyle/>
                    <a:p>
                      <a:r>
                        <a:rPr sz="1650" b="0">
                          <a:solidFill>
                            <a:srgbClr val="242829"/>
                          </a:solidFill>
                          <a:latin typeface="Arial"/>
                          <a:ea typeface="Arial"/>
                          <a:cs typeface="Arial"/>
                        </a:rPr>
                        <a:t>Repository</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Thực hiện truy vấn MongoDB</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685800">
                <a:tc>
                  <a:txBody>
                    <a:bodyPr lIns="133350" tIns="95250" rIns="133350" bIns="95250"/>
                    <a:lstStyle/>
                    <a:p>
                      <a:r>
                        <a:rPr sz="1650" b="0">
                          <a:solidFill>
                            <a:srgbClr val="242829"/>
                          </a:solidFill>
                          <a:latin typeface="Arial"/>
                          <a:ea typeface="Arial"/>
                          <a:cs typeface="Arial"/>
                        </a:rPr>
                        <a:t>MongoDB Atlas</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Lưu sản phẩm, danh mục và hóa đơn</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bl>
          </a:graphicData>
        </a:graphic>
      </p:graphicFrame>
      <p:sp>
        <p:nvSpPr>
          <p:cNvPr id="4" name="">
            <a:extLst xmlns:a="http://schemas.openxmlformats.org/drawingml/2006/main">
              <a:ext uri="{FF2B5EF4-FFF2-40B4-BE49-F238E27FC236}">
                <a16:creationId xmlns:a16="http://schemas.microsoft.com/office/drawing/2014/main" id="{8BBE085D-7873-44BD-8258-85FFE5140D3B}"/>
              </a:ext>
            </a:extLst>
          </p:cNvPr>
          <p:cNvSpPr>
            <a:spLocks xmlns:a="http://schemas.openxmlformats.org/drawingml/2006/main" noGrp="1"/>
          </p:cNvSpPr>
          <p:nvPr/>
        </p:nvSpPr>
        <p:spPr>
          <a:xfrm xmlns:a="http://schemas.openxmlformats.org/drawingml/2006/main">
            <a:off x="60960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Cookie xác thực cho Admin và session cho giỏ hàng, quyền xem đơn</a:t>
            </a:r>
          </a:p>
        </p:txBody>
      </p:sp>
    </p:spTree>
    <p:extLst>
      <p:ext uri="{BB962C8B-B14F-4D97-AF65-F5344CB8AC3E}">
        <p14:creationId xmlns:p14="http://schemas.microsoft.com/office/powerpoint/2010/main" val="2599059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4DEA03-E8B0-4F44-A885-26C9E5A69305}"/>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Thiết kế ba collection</a:t>
            </a:r>
          </a:p>
        </p:txBody>
      </p:sp>
      <p:sp>
        <p:nvSpPr>
          <p:cNvPr id="2" name="">
            <a:extLst xmlns:a="http://schemas.openxmlformats.org/drawingml/2006/main">
              <a:ext uri="{FF2B5EF4-FFF2-40B4-BE49-F238E27FC236}">
                <a16:creationId xmlns:a16="http://schemas.microsoft.com/office/drawing/2014/main" id="{32A0C593-3670-4643-A9DC-ADF8799DFED9}"/>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044D59D7-5EA2-457D-8824-F49908D3D968}"/>
              </a:ext>
            </a:extLst>
          </p:cNvPr>
          <p:cNvGraphicFramePr/>
          <p:nvPr/>
        </p:nvGraphicFramePr>
        <p:xfrm>
          <a:off xmlns:a="http://schemas.openxmlformats.org/drawingml/2006/main" x="609600" y="1809750"/>
          <a:ext xmlns:a="http://schemas.openxmlformats.org/drawingml/2006/main" cx="10972800" cy="3000375"/>
        </p:xfrm>
        <a:graphic xmlns:a="http://schemas.openxmlformats.org/drawingml/2006/main">
          <a:graphicData uri="http://schemas.openxmlformats.org/drawingml/2006/table">
            <a:tbl>
              <a:tblPr/>
              <a:tblGrid>
                <a:gridCol w="2238375"/>
                <a:gridCol w="5715000"/>
                <a:gridCol w="3019425"/>
              </a:tblGrid>
              <a:tr h="750094">
                <a:tc>
                  <a:txBody>
                    <a:bodyPr lIns="133350" tIns="95250" rIns="133350" bIns="95250"/>
                    <a:lstStyle/>
                    <a:p>
                      <a:r>
                        <a:rPr sz="1650" b="1">
                          <a:solidFill>
                            <a:srgbClr val="FFFFFF"/>
                          </a:solidFill>
                          <a:latin typeface="Arial"/>
                          <a:ea typeface="Arial"/>
                          <a:cs typeface="Arial"/>
                        </a:rPr>
                        <a:t>Collection</a:t>
                      </a:r>
                    </a:p>
                  </a:txBody>
                  <a:tcPr marL="91440" marR="91440" marT="45720" marB="45720"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Thông tin chính</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Cách tổ chức</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r>
              <a:tr h="750094">
                <a:tc>
                  <a:txBody>
                    <a:bodyPr lIns="133350" tIns="95250" rIns="133350" bIns="95250"/>
                    <a:lstStyle/>
                    <a:p>
                      <a:r>
                        <a:rPr sz="1650" b="0">
                          <a:solidFill>
                            <a:srgbClr val="242829"/>
                          </a:solidFill>
                          <a:latin typeface="Arial"/>
                          <a:ea typeface="Arial"/>
                          <a:cs typeface="Arial"/>
                        </a:rPr>
                        <a:t>danhmuc</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name, parentId</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Cây cha con</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750094">
                <a:tc>
                  <a:txBody>
                    <a:bodyPr lIns="133350" tIns="95250" rIns="133350" bIns="95250"/>
                    <a:lstStyle/>
                    <a:p>
                      <a:r>
                        <a:rPr sz="1650" b="0">
                          <a:solidFill>
                            <a:srgbClr val="242829"/>
                          </a:solidFill>
                          <a:latin typeface="Arial"/>
                          <a:ea typeface="Arial"/>
                          <a:cs typeface="Arial"/>
                        </a:rPr>
                        <a:t>sanpham</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sku, categoryId, attributes, variants</a:t>
                      </a:r>
                    </a:p>
                  </a:txBody>
                  <a:tcPr marL="91440" marR="91440" marT="45720" marB="45720" anchor="ctr">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Biến thể nhúng</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r h="750094">
                <a:tc>
                  <a:txBody>
                    <a:bodyPr lIns="133350" tIns="95250" rIns="133350" bIns="95250"/>
                    <a:lstStyle/>
                    <a:p>
                      <a:r>
                        <a:rPr sz="1650" b="0">
                          <a:solidFill>
                            <a:srgbClr val="242829"/>
                          </a:solidFill>
                          <a:latin typeface="Arial"/>
                          <a:ea typeface="Arial"/>
                          <a:cs typeface="Arial"/>
                        </a:rPr>
                        <a:t>hoadon</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customer, items, status, total</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Khách và dòng hàng nhúng</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328C658-535D-418A-9B93-C7CD9A77CA22}"/>
              </a:ext>
            </a:extLst>
          </p:cNvPr>
          <p:cNvSpPr>
            <a:spLocks xmlns:a="http://schemas.openxmlformats.org/drawingml/2006/main" noGrp="1"/>
          </p:cNvSpPr>
          <p:nvPr/>
        </p:nvSpPr>
        <p:spPr>
          <a:xfrm xmlns:a="http://schemas.openxmlformats.org/drawingml/2006/main">
            <a:off x="609600" y="5286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829"/>
                </a:solidFill>
                <a:latin typeface="Arial"/>
                <a:ea typeface="Arial"/>
                <a:cs typeface="Arial"/>
              </a:defRPr>
            </a:defPPr>
            <a:lvl1pPr>
              <a:defRPr sz="2025" b="0">
                <a:solidFill>
                  <a:srgbClr val="242829"/>
                </a:solidFill>
                <a:latin typeface="Arial"/>
                <a:ea typeface="Arial"/>
                <a:cs typeface="Arial"/>
              </a:defRPr>
            </a:lvl1pPr>
            <a:lvl2pPr>
              <a:defRPr sz="2025" b="0">
                <a:solidFill>
                  <a:srgbClr val="242829"/>
                </a:solidFill>
                <a:latin typeface="Arial"/>
                <a:ea typeface="Arial"/>
                <a:cs typeface="Arial"/>
              </a:defRPr>
            </a:lvl2pPr>
            <a:lvl3pPr>
              <a:defRPr sz="2025" b="0">
                <a:solidFill>
                  <a:srgbClr val="242829"/>
                </a:solidFill>
                <a:latin typeface="Arial"/>
                <a:ea typeface="Arial"/>
                <a:cs typeface="Arial"/>
              </a:defRPr>
            </a:lvl3pPr>
            <a:lvl4pPr>
              <a:defRPr sz="2025" b="0">
                <a:solidFill>
                  <a:srgbClr val="242829"/>
                </a:solidFill>
                <a:latin typeface="Arial"/>
                <a:ea typeface="Arial"/>
                <a:cs typeface="Arial"/>
              </a:defRPr>
            </a:lvl4pPr>
            <a:lvl5pPr>
              <a:defRPr sz="2025" b="0">
                <a:solidFill>
                  <a:srgbClr val="242829"/>
                </a:solidFill>
                <a:latin typeface="Arial"/>
                <a:ea typeface="Arial"/>
                <a:cs typeface="Arial"/>
              </a:defRPr>
            </a:lvl5pPr>
            <a:lvl6pPr>
              <a:defRPr sz="2025" b="0">
                <a:solidFill>
                  <a:srgbClr val="242829"/>
                </a:solidFill>
                <a:latin typeface="Arial"/>
                <a:ea typeface="Arial"/>
                <a:cs typeface="Arial"/>
              </a:defRPr>
            </a:lvl6pPr>
            <a:lvl7pPr>
              <a:defRPr sz="2025" b="0">
                <a:solidFill>
                  <a:srgbClr val="242829"/>
                </a:solidFill>
                <a:latin typeface="Arial"/>
                <a:ea typeface="Arial"/>
                <a:cs typeface="Arial"/>
              </a:defRPr>
            </a:lvl7pPr>
            <a:lvl8pPr>
              <a:defRPr sz="2025" b="0">
                <a:solidFill>
                  <a:srgbClr val="242829"/>
                </a:solidFill>
                <a:latin typeface="Arial"/>
                <a:ea typeface="Arial"/>
                <a:cs typeface="Arial"/>
              </a:defRPr>
            </a:lvl8pPr>
            <a:lvl9pPr>
              <a:defRPr sz="2025" b="0">
                <a:solidFill>
                  <a:srgbClr val="242829"/>
                </a:solidFill>
                <a:latin typeface="Arial"/>
                <a:ea typeface="Arial"/>
                <a:cs typeface="Arial"/>
              </a:defRPr>
            </a:lvl9pPr>
          </a:lstStyle>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ObjectId cho định danh. Int64 cho tiền VND.</a:t>
            </a:r>
          </a:p>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createdAt lưu UTC, báo cáo nhóm theo UTC+7.</a:t>
            </a:r>
          </a:p>
        </p:txBody>
      </p:sp>
    </p:spTree>
    <p:extLst>
      <p:ext uri="{BB962C8B-B14F-4D97-AF65-F5344CB8AC3E}">
        <p14:creationId xmlns:p14="http://schemas.microsoft.com/office/powerpoint/2010/main" val="4555304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537D63-38DC-4DA3-8995-10C4444BB9B8}"/>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Polymorphic Schema của sản phẩm</a:t>
            </a:r>
          </a:p>
        </p:txBody>
      </p:sp>
      <p:sp>
        <p:nvSpPr>
          <p:cNvPr id="2" name="">
            <a:extLst xmlns:a="http://schemas.openxmlformats.org/drawingml/2006/main">
              <a:ext uri="{FF2B5EF4-FFF2-40B4-BE49-F238E27FC236}">
                <a16:creationId xmlns:a16="http://schemas.microsoft.com/office/drawing/2014/main" id="{9E16F259-033F-4986-BCB4-60840CC1785E}"/>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B04833C-2843-4298-9865-94AC7832F1FF}"/>
              </a:ext>
            </a:extLst>
          </p:cNvPr>
          <p:cNvSpPr>
            <a:spLocks xmlns:a="http://schemas.openxmlformats.org/drawingml/2006/main" noGrp="1"/>
          </p:cNvSpPr>
          <p:nvPr/>
        </p:nvSpPr>
        <p:spPr>
          <a:xfrm xmlns:a="http://schemas.openxmlformats.org/drawingml/2006/main">
            <a:off x="609600" y="16668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5D59"/>
                </a:solidFill>
                <a:latin typeface="Arial"/>
                <a:ea typeface="Arial"/>
                <a:cs typeface="Arial"/>
              </a:defRPr>
            </a:defPPr>
            <a:lvl1pPr>
              <a:defRPr sz="2325" b="1">
                <a:solidFill>
                  <a:srgbClr val="145D59"/>
                </a:solidFill>
                <a:latin typeface="Arial"/>
                <a:ea typeface="Arial"/>
                <a:cs typeface="Arial"/>
              </a:defRPr>
            </a:lvl1pPr>
            <a:lvl2pPr>
              <a:defRPr sz="2325" b="1">
                <a:solidFill>
                  <a:srgbClr val="145D59"/>
                </a:solidFill>
                <a:latin typeface="Arial"/>
                <a:ea typeface="Arial"/>
                <a:cs typeface="Arial"/>
              </a:defRPr>
            </a:lvl2pPr>
            <a:lvl3pPr>
              <a:defRPr sz="2325" b="1">
                <a:solidFill>
                  <a:srgbClr val="145D59"/>
                </a:solidFill>
                <a:latin typeface="Arial"/>
                <a:ea typeface="Arial"/>
                <a:cs typeface="Arial"/>
              </a:defRPr>
            </a:lvl3pPr>
            <a:lvl4pPr>
              <a:defRPr sz="2325" b="1">
                <a:solidFill>
                  <a:srgbClr val="145D59"/>
                </a:solidFill>
                <a:latin typeface="Arial"/>
                <a:ea typeface="Arial"/>
                <a:cs typeface="Arial"/>
              </a:defRPr>
            </a:lvl4pPr>
            <a:lvl5pPr>
              <a:defRPr sz="2325" b="1">
                <a:solidFill>
                  <a:srgbClr val="145D59"/>
                </a:solidFill>
                <a:latin typeface="Arial"/>
                <a:ea typeface="Arial"/>
                <a:cs typeface="Arial"/>
              </a:defRPr>
            </a:lvl5pPr>
            <a:lvl6pPr>
              <a:defRPr sz="2325" b="1">
                <a:solidFill>
                  <a:srgbClr val="145D59"/>
                </a:solidFill>
                <a:latin typeface="Arial"/>
                <a:ea typeface="Arial"/>
                <a:cs typeface="Arial"/>
              </a:defRPr>
            </a:lvl6pPr>
            <a:lvl7pPr>
              <a:defRPr sz="2325" b="1">
                <a:solidFill>
                  <a:srgbClr val="145D59"/>
                </a:solidFill>
                <a:latin typeface="Arial"/>
                <a:ea typeface="Arial"/>
                <a:cs typeface="Arial"/>
              </a:defRPr>
            </a:lvl7pPr>
            <a:lvl8pPr>
              <a:defRPr sz="2325" b="1">
                <a:solidFill>
                  <a:srgbClr val="145D59"/>
                </a:solidFill>
                <a:latin typeface="Arial"/>
                <a:ea typeface="Arial"/>
                <a:cs typeface="Arial"/>
              </a:defRPr>
            </a:lvl8pPr>
            <a:lvl9pPr>
              <a:defRPr sz="2325" b="1">
                <a:solidFill>
                  <a:srgbClr val="145D59"/>
                </a:solidFill>
                <a:latin typeface="Arial"/>
                <a:ea typeface="Arial"/>
                <a:cs typeface="Arial"/>
              </a:defRPr>
            </a:lvl9pPr>
          </a:lstStyle>
          <a:p xmlns:a="http://schemas.openxmlformats.org/drawingml/2006/main">
            <a:pPr>
              <a:defRPr sz="2325" b="1">
                <a:solidFill>
                  <a:srgbClr val="145D59"/>
                </a:solidFill>
                <a:latin typeface="Arial"/>
                <a:ea typeface="Arial"/>
                <a:cs typeface="Arial"/>
              </a:defRPr>
            </a:pPr>
            <a:r>
              <a:rPr sz="2325" b="1">
                <a:solidFill>
                  <a:srgbClr val="145D59"/>
                </a:solidFill>
                <a:latin typeface="Arial"/>
                <a:ea typeface="Arial"/>
                <a:cs typeface="Arial"/>
              </a:rPr>
              <a:t>Sản phẩm thường</a:t>
            </a:r>
          </a:p>
        </p:txBody>
      </p:sp>
      <p:sp>
        <p:nvSpPr>
          <p:cNvPr id="4" name="">
            <a:extLst xmlns:a="http://schemas.openxmlformats.org/drawingml/2006/main">
              <a:ext uri="{FF2B5EF4-FFF2-40B4-BE49-F238E27FC236}">
                <a16:creationId xmlns:a16="http://schemas.microsoft.com/office/drawing/2014/main" id="{B4E425DE-065D-4E1E-93E0-DA70F29F17EB}"/>
              </a:ext>
            </a:extLst>
          </p:cNvPr>
          <p:cNvSpPr>
            <a:spLocks xmlns:a="http://schemas.openxmlformats.org/drawingml/2006/main" noGrp="1"/>
          </p:cNvSpPr>
          <p:nvPr/>
        </p:nvSpPr>
        <p:spPr>
          <a:xfrm xmlns:a="http://schemas.openxmlformats.org/drawingml/2006/main">
            <a:off x="609600" y="2266950"/>
            <a:ext cx="5238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829"/>
                </a:solidFill>
                <a:latin typeface="Consolas"/>
                <a:ea typeface="Consolas"/>
                <a:cs typeface="Consolas"/>
              </a:defRPr>
            </a:defPPr>
            <a:lvl1pPr>
              <a:defRPr sz="1800" b="0">
                <a:solidFill>
                  <a:srgbClr val="242829"/>
                </a:solidFill>
                <a:latin typeface="Consolas"/>
                <a:ea typeface="Consolas"/>
                <a:cs typeface="Consolas"/>
              </a:defRPr>
            </a:lvl1pPr>
            <a:lvl2pPr>
              <a:defRPr sz="1800" b="0">
                <a:solidFill>
                  <a:srgbClr val="242829"/>
                </a:solidFill>
                <a:latin typeface="Consolas"/>
                <a:ea typeface="Consolas"/>
                <a:cs typeface="Consolas"/>
              </a:defRPr>
            </a:lvl2pPr>
            <a:lvl3pPr>
              <a:defRPr sz="1800" b="0">
                <a:solidFill>
                  <a:srgbClr val="242829"/>
                </a:solidFill>
                <a:latin typeface="Consolas"/>
                <a:ea typeface="Consolas"/>
                <a:cs typeface="Consolas"/>
              </a:defRPr>
            </a:lvl3pPr>
            <a:lvl4pPr>
              <a:defRPr sz="1800" b="0">
                <a:solidFill>
                  <a:srgbClr val="242829"/>
                </a:solidFill>
                <a:latin typeface="Consolas"/>
                <a:ea typeface="Consolas"/>
                <a:cs typeface="Consolas"/>
              </a:defRPr>
            </a:lvl4pPr>
            <a:lvl5pPr>
              <a:defRPr sz="1800" b="0">
                <a:solidFill>
                  <a:srgbClr val="242829"/>
                </a:solidFill>
                <a:latin typeface="Consolas"/>
                <a:ea typeface="Consolas"/>
                <a:cs typeface="Consolas"/>
              </a:defRPr>
            </a:lvl5pPr>
            <a:lvl6pPr>
              <a:defRPr sz="1800" b="0">
                <a:solidFill>
                  <a:srgbClr val="242829"/>
                </a:solidFill>
                <a:latin typeface="Consolas"/>
                <a:ea typeface="Consolas"/>
                <a:cs typeface="Consolas"/>
              </a:defRPr>
            </a:lvl6pPr>
            <a:lvl7pPr>
              <a:defRPr sz="1800" b="0">
                <a:solidFill>
                  <a:srgbClr val="242829"/>
                </a:solidFill>
                <a:latin typeface="Consolas"/>
                <a:ea typeface="Consolas"/>
                <a:cs typeface="Consolas"/>
              </a:defRPr>
            </a:lvl7pPr>
            <a:lvl8pPr>
              <a:defRPr sz="1800" b="0">
                <a:solidFill>
                  <a:srgbClr val="242829"/>
                </a:solidFill>
                <a:latin typeface="Consolas"/>
                <a:ea typeface="Consolas"/>
                <a:cs typeface="Consolas"/>
              </a:defRPr>
            </a:lvl8pPr>
            <a:lvl9pPr>
              <a:defRPr sz="1800" b="0">
                <a:solidFill>
                  <a:srgbClr val="242829"/>
                </a:solidFill>
                <a:latin typeface="Consolas"/>
                <a:ea typeface="Consolas"/>
                <a:cs typeface="Consolas"/>
              </a:defRPr>
            </a:lvl9pPr>
          </a:lstStyle>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name: "Bình giữ nhiệt",</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sku: "BINH-01",</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attributes: {</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material: "Inox",</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origin: "Việt Nam"</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price: NumberLong(240000),</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stock: 20,</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variants: []</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41F3138D-C447-4D52-BBCE-5BDEC0854A06}"/>
              </a:ext>
            </a:extLst>
          </p:cNvPr>
          <p:cNvSpPr>
            <a:spLocks xmlns:a="http://schemas.openxmlformats.org/drawingml/2006/main" noGrp="1"/>
          </p:cNvSpPr>
          <p:nvPr/>
        </p:nvSpPr>
        <p:spPr>
          <a:xfrm xmlns:a="http://schemas.openxmlformats.org/drawingml/2006/main">
            <a:off x="6572250" y="1666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5D59"/>
                </a:solidFill>
                <a:latin typeface="Arial"/>
                <a:ea typeface="Arial"/>
                <a:cs typeface="Arial"/>
              </a:defRPr>
            </a:defPPr>
            <a:lvl1pPr>
              <a:defRPr sz="2325" b="1">
                <a:solidFill>
                  <a:srgbClr val="145D59"/>
                </a:solidFill>
                <a:latin typeface="Arial"/>
                <a:ea typeface="Arial"/>
                <a:cs typeface="Arial"/>
              </a:defRPr>
            </a:lvl1pPr>
            <a:lvl2pPr>
              <a:defRPr sz="2325" b="1">
                <a:solidFill>
                  <a:srgbClr val="145D59"/>
                </a:solidFill>
                <a:latin typeface="Arial"/>
                <a:ea typeface="Arial"/>
                <a:cs typeface="Arial"/>
              </a:defRPr>
            </a:lvl2pPr>
            <a:lvl3pPr>
              <a:defRPr sz="2325" b="1">
                <a:solidFill>
                  <a:srgbClr val="145D59"/>
                </a:solidFill>
                <a:latin typeface="Arial"/>
                <a:ea typeface="Arial"/>
                <a:cs typeface="Arial"/>
              </a:defRPr>
            </a:lvl3pPr>
            <a:lvl4pPr>
              <a:defRPr sz="2325" b="1">
                <a:solidFill>
                  <a:srgbClr val="145D59"/>
                </a:solidFill>
                <a:latin typeface="Arial"/>
                <a:ea typeface="Arial"/>
                <a:cs typeface="Arial"/>
              </a:defRPr>
            </a:lvl4pPr>
            <a:lvl5pPr>
              <a:defRPr sz="2325" b="1">
                <a:solidFill>
                  <a:srgbClr val="145D59"/>
                </a:solidFill>
                <a:latin typeface="Arial"/>
                <a:ea typeface="Arial"/>
                <a:cs typeface="Arial"/>
              </a:defRPr>
            </a:lvl5pPr>
            <a:lvl6pPr>
              <a:defRPr sz="2325" b="1">
                <a:solidFill>
                  <a:srgbClr val="145D59"/>
                </a:solidFill>
                <a:latin typeface="Arial"/>
                <a:ea typeface="Arial"/>
                <a:cs typeface="Arial"/>
              </a:defRPr>
            </a:lvl6pPr>
            <a:lvl7pPr>
              <a:defRPr sz="2325" b="1">
                <a:solidFill>
                  <a:srgbClr val="145D59"/>
                </a:solidFill>
                <a:latin typeface="Arial"/>
                <a:ea typeface="Arial"/>
                <a:cs typeface="Arial"/>
              </a:defRPr>
            </a:lvl7pPr>
            <a:lvl8pPr>
              <a:defRPr sz="2325" b="1">
                <a:solidFill>
                  <a:srgbClr val="145D59"/>
                </a:solidFill>
                <a:latin typeface="Arial"/>
                <a:ea typeface="Arial"/>
                <a:cs typeface="Arial"/>
              </a:defRPr>
            </a:lvl8pPr>
            <a:lvl9pPr>
              <a:defRPr sz="2325" b="1">
                <a:solidFill>
                  <a:srgbClr val="145D59"/>
                </a:solidFill>
                <a:latin typeface="Arial"/>
                <a:ea typeface="Arial"/>
                <a:cs typeface="Arial"/>
              </a:defRPr>
            </a:lvl9pPr>
          </a:lstStyle>
          <a:p xmlns:a="http://schemas.openxmlformats.org/drawingml/2006/main">
            <a:pPr>
              <a:defRPr sz="2325" b="1">
                <a:solidFill>
                  <a:srgbClr val="145D59"/>
                </a:solidFill>
                <a:latin typeface="Arial"/>
                <a:ea typeface="Arial"/>
                <a:cs typeface="Arial"/>
              </a:defRPr>
            </a:pPr>
            <a:r>
              <a:rPr sz="2325" b="1">
                <a:solidFill>
                  <a:srgbClr val="145D59"/>
                </a:solidFill>
                <a:latin typeface="Arial"/>
                <a:ea typeface="Arial"/>
                <a:cs typeface="Arial"/>
              </a:rPr>
              <a:t>Sản phẩm có biến thể</a:t>
            </a:r>
          </a:p>
        </p:txBody>
      </p:sp>
      <p:sp>
        <p:nvSpPr>
          <p:cNvPr id="6" name="">
            <a:extLst xmlns:a="http://schemas.openxmlformats.org/drawingml/2006/main">
              <a:ext uri="{FF2B5EF4-FFF2-40B4-BE49-F238E27FC236}">
                <a16:creationId xmlns:a16="http://schemas.microsoft.com/office/drawing/2014/main" id="{8A2A223B-87FB-46E9-AE4A-095D019739FE}"/>
              </a:ext>
            </a:extLst>
          </p:cNvPr>
          <p:cNvSpPr>
            <a:spLocks xmlns:a="http://schemas.openxmlformats.org/drawingml/2006/main" noGrp="1"/>
          </p:cNvSpPr>
          <p:nvPr/>
        </p:nvSpPr>
        <p:spPr>
          <a:xfrm xmlns:a="http://schemas.openxmlformats.org/drawingml/2006/main">
            <a:off x="6572250" y="2266950"/>
            <a:ext cx="5048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2829"/>
                </a:solidFill>
                <a:latin typeface="Consolas"/>
                <a:ea typeface="Consolas"/>
                <a:cs typeface="Consolas"/>
              </a:defRPr>
            </a:defPPr>
            <a:lvl1pPr>
              <a:defRPr sz="1800" b="0">
                <a:solidFill>
                  <a:srgbClr val="242829"/>
                </a:solidFill>
                <a:latin typeface="Consolas"/>
                <a:ea typeface="Consolas"/>
                <a:cs typeface="Consolas"/>
              </a:defRPr>
            </a:lvl1pPr>
            <a:lvl2pPr>
              <a:defRPr sz="1800" b="0">
                <a:solidFill>
                  <a:srgbClr val="242829"/>
                </a:solidFill>
                <a:latin typeface="Consolas"/>
                <a:ea typeface="Consolas"/>
                <a:cs typeface="Consolas"/>
              </a:defRPr>
            </a:lvl2pPr>
            <a:lvl3pPr>
              <a:defRPr sz="1800" b="0">
                <a:solidFill>
                  <a:srgbClr val="242829"/>
                </a:solidFill>
                <a:latin typeface="Consolas"/>
                <a:ea typeface="Consolas"/>
                <a:cs typeface="Consolas"/>
              </a:defRPr>
            </a:lvl3pPr>
            <a:lvl4pPr>
              <a:defRPr sz="1800" b="0">
                <a:solidFill>
                  <a:srgbClr val="242829"/>
                </a:solidFill>
                <a:latin typeface="Consolas"/>
                <a:ea typeface="Consolas"/>
                <a:cs typeface="Consolas"/>
              </a:defRPr>
            </a:lvl4pPr>
            <a:lvl5pPr>
              <a:defRPr sz="1800" b="0">
                <a:solidFill>
                  <a:srgbClr val="242829"/>
                </a:solidFill>
                <a:latin typeface="Consolas"/>
                <a:ea typeface="Consolas"/>
                <a:cs typeface="Consolas"/>
              </a:defRPr>
            </a:lvl5pPr>
            <a:lvl6pPr>
              <a:defRPr sz="1800" b="0">
                <a:solidFill>
                  <a:srgbClr val="242829"/>
                </a:solidFill>
                <a:latin typeface="Consolas"/>
                <a:ea typeface="Consolas"/>
                <a:cs typeface="Consolas"/>
              </a:defRPr>
            </a:lvl6pPr>
            <a:lvl7pPr>
              <a:defRPr sz="1800" b="0">
                <a:solidFill>
                  <a:srgbClr val="242829"/>
                </a:solidFill>
                <a:latin typeface="Consolas"/>
                <a:ea typeface="Consolas"/>
                <a:cs typeface="Consolas"/>
              </a:defRPr>
            </a:lvl7pPr>
            <a:lvl8pPr>
              <a:defRPr sz="1800" b="0">
                <a:solidFill>
                  <a:srgbClr val="242829"/>
                </a:solidFill>
                <a:latin typeface="Consolas"/>
                <a:ea typeface="Consolas"/>
                <a:cs typeface="Consolas"/>
              </a:defRPr>
            </a:lvl8pPr>
            <a:lvl9pPr>
              <a:defRPr sz="1800" b="0">
                <a:solidFill>
                  <a:srgbClr val="242829"/>
                </a:solidFill>
                <a:latin typeface="Consolas"/>
                <a:ea typeface="Consolas"/>
                <a:cs typeface="Consolas"/>
              </a:defRPr>
            </a:lvl9pPr>
          </a:lstStyle>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name: "Áo thun Cotton",</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sku: "AO-01",</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attributes: {</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material: "Cotton"</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variants: [</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 options: {color:"Đen",</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size:"M"}, ... }</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  ]</a:t>
            </a:r>
          </a:p>
          <a:p xmlns:a="http://schemas.openxmlformats.org/drawingml/2006/main">
            <a:pPr>
              <a:defRPr sz="1800" b="0">
                <a:solidFill>
                  <a:srgbClr val="242829"/>
                </a:solidFill>
                <a:latin typeface="Consolas"/>
                <a:ea typeface="Consolas"/>
                <a:cs typeface="Consolas"/>
              </a:defRPr>
            </a:pPr>
            <a:r>
              <a:rPr sz="1800" b="0">
                <a:solidFill>
                  <a:srgbClr val="242829"/>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E3D44F21-C4C0-40BC-8648-3D2C9892C8C8}"/>
              </a:ext>
            </a:extLst>
          </p:cNvPr>
          <p:cNvSpPr>
            <a:spLocks xmlns:a="http://schemas.openxmlformats.org/drawingml/2006/main" noGrp="1"/>
          </p:cNvSpPr>
          <p:nvPr/>
        </p:nvSpPr>
        <p:spPr>
          <a:xfrm xmlns:a="http://schemas.openxmlformats.org/drawingml/2006/main">
            <a:off x="609600" y="6096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Ví dụ rút gọn, lược bỏ các trường chung để làm rõ sự khác biệt</a:t>
            </a:r>
          </a:p>
        </p:txBody>
      </p:sp>
    </p:spTree>
    <p:extLst>
      <p:ext uri="{BB962C8B-B14F-4D97-AF65-F5344CB8AC3E}">
        <p14:creationId xmlns:p14="http://schemas.microsoft.com/office/powerpoint/2010/main" val="19767410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594A38-AA36-4864-9A8B-7669DDCFD9E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Biến thể và quản lý tồn kho</a:t>
            </a:r>
          </a:p>
        </p:txBody>
      </p:sp>
      <p:sp>
        <p:nvSpPr>
          <p:cNvPr id="2" name="">
            <a:extLst xmlns:a="http://schemas.openxmlformats.org/drawingml/2006/main">
              <a:ext uri="{FF2B5EF4-FFF2-40B4-BE49-F238E27FC236}">
                <a16:creationId xmlns:a16="http://schemas.microsoft.com/office/drawing/2014/main" id="{6E3311DD-658C-4256-92A2-195F4298876B}"/>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8E4E46C6-E38E-4366-A736-9369BC962011}"/>
              </a:ext>
            </a:extLst>
          </p:cNvPr>
          <p:cNvGraphicFramePr/>
          <p:nvPr/>
        </p:nvGraphicFramePr>
        <p:xfrm>
          <a:off xmlns:a="http://schemas.openxmlformats.org/drawingml/2006/main" x="609600" y="1857375"/>
          <a:ext xmlns:a="http://schemas.openxmlformats.org/drawingml/2006/main" cx="10972800" cy="2238375"/>
        </p:xfrm>
        <a:graphic xmlns:a="http://schemas.openxmlformats.org/drawingml/2006/main">
          <a:graphicData uri="http://schemas.openxmlformats.org/drawingml/2006/table">
            <a:tbl>
              <a:tblPr/>
              <a:tblGrid>
                <a:gridCol w="2667000"/>
                <a:gridCol w="3524250"/>
                <a:gridCol w="2571750"/>
                <a:gridCol w="2209800"/>
              </a:tblGrid>
              <a:tr h="746125">
                <a:tc>
                  <a:txBody>
                    <a:bodyPr lIns="133350" tIns="95250" rIns="133350" bIns="95250"/>
                    <a:lstStyle/>
                    <a:p>
                      <a:r>
                        <a:rPr sz="1650" b="1">
                          <a:solidFill>
                            <a:srgbClr val="FFFFFF"/>
                          </a:solidFill>
                          <a:latin typeface="Arial"/>
                          <a:ea typeface="Arial"/>
                          <a:cs typeface="Arial"/>
                        </a:rPr>
                        <a:t>Phiên bản</a:t>
                      </a:r>
                    </a:p>
                  </a:txBody>
                  <a:tcPr marL="91440" marR="91440" marT="45720" marB="45720"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SKU</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Giá VND</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Tồn kho</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r>
              <a:tr h="746125">
                <a:tc>
                  <a:txBody>
                    <a:bodyPr lIns="133350" tIns="95250" rIns="133350" bIns="95250"/>
                    <a:lstStyle/>
                    <a:p>
                      <a:r>
                        <a:rPr sz="1650" b="0">
                          <a:solidFill>
                            <a:srgbClr val="242829"/>
                          </a:solidFill>
                          <a:latin typeface="Arial"/>
                          <a:ea typeface="Arial"/>
                          <a:cs typeface="Arial"/>
                        </a:rPr>
                        <a:t>Đen / M</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AO-DEN-M</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180.000</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10</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746125">
                <a:tc>
                  <a:txBody>
                    <a:bodyPr lIns="133350" tIns="95250" rIns="133350" bIns="95250"/>
                    <a:lstStyle/>
                    <a:p>
                      <a:r>
                        <a:rPr sz="1650" b="0">
                          <a:solidFill>
                            <a:srgbClr val="242829"/>
                          </a:solidFill>
                          <a:latin typeface="Arial"/>
                          <a:ea typeface="Arial"/>
                          <a:cs typeface="Arial"/>
                        </a:rPr>
                        <a:t>Trắng / L</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AO-TRANG-L</a:t>
                      </a:r>
                    </a:p>
                  </a:txBody>
                  <a:tcPr marL="91440" marR="91440" marT="45720" marB="45720" anchor="ctr">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190.000</a:t>
                      </a:r>
                    </a:p>
                  </a:txBody>
                  <a:tcPr marL="91440" marR="91440" marT="45720" marB="45720" anchor="ctr">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8</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bl>
          </a:graphicData>
        </a:graphic>
      </p:graphicFrame>
      <p:sp>
        <p:nvSpPr>
          <p:cNvPr id="4" name="">
            <a:extLst xmlns:a="http://schemas.openxmlformats.org/drawingml/2006/main">
              <a:ext uri="{FF2B5EF4-FFF2-40B4-BE49-F238E27FC236}">
                <a16:creationId xmlns:a16="http://schemas.microsoft.com/office/drawing/2014/main" id="{3020084D-C29B-493A-97E0-BDD96C3C97FA}"/>
              </a:ext>
            </a:extLst>
          </p:cNvPr>
          <p:cNvSpPr>
            <a:spLocks xmlns:a="http://schemas.openxmlformats.org/drawingml/2006/main" noGrp="1"/>
          </p:cNvSpPr>
          <p:nvPr/>
        </p:nvSpPr>
        <p:spPr>
          <a:xfrm xmlns:a="http://schemas.openxmlformats.org/drawingml/2006/main">
            <a:off x="609600" y="45720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2829"/>
                </a:solidFill>
                <a:latin typeface="Arial"/>
                <a:ea typeface="Arial"/>
                <a:cs typeface="Arial"/>
              </a:defRPr>
            </a:defPPr>
            <a:lvl1pPr>
              <a:defRPr sz="2100" b="0">
                <a:solidFill>
                  <a:srgbClr val="242829"/>
                </a:solidFill>
                <a:latin typeface="Arial"/>
                <a:ea typeface="Arial"/>
                <a:cs typeface="Arial"/>
              </a:defRPr>
            </a:lvl1pPr>
            <a:lvl2pPr>
              <a:defRPr sz="2100" b="0">
                <a:solidFill>
                  <a:srgbClr val="242829"/>
                </a:solidFill>
                <a:latin typeface="Arial"/>
                <a:ea typeface="Arial"/>
                <a:cs typeface="Arial"/>
              </a:defRPr>
            </a:lvl2pPr>
            <a:lvl3pPr>
              <a:defRPr sz="2100" b="0">
                <a:solidFill>
                  <a:srgbClr val="242829"/>
                </a:solidFill>
                <a:latin typeface="Arial"/>
                <a:ea typeface="Arial"/>
                <a:cs typeface="Arial"/>
              </a:defRPr>
            </a:lvl3pPr>
            <a:lvl4pPr>
              <a:defRPr sz="2100" b="0">
                <a:solidFill>
                  <a:srgbClr val="242829"/>
                </a:solidFill>
                <a:latin typeface="Arial"/>
                <a:ea typeface="Arial"/>
                <a:cs typeface="Arial"/>
              </a:defRPr>
            </a:lvl4pPr>
            <a:lvl5pPr>
              <a:defRPr sz="2100" b="0">
                <a:solidFill>
                  <a:srgbClr val="242829"/>
                </a:solidFill>
                <a:latin typeface="Arial"/>
                <a:ea typeface="Arial"/>
                <a:cs typeface="Arial"/>
              </a:defRPr>
            </a:lvl5pPr>
            <a:lvl6pPr>
              <a:defRPr sz="2100" b="0">
                <a:solidFill>
                  <a:srgbClr val="242829"/>
                </a:solidFill>
                <a:latin typeface="Arial"/>
                <a:ea typeface="Arial"/>
                <a:cs typeface="Arial"/>
              </a:defRPr>
            </a:lvl6pPr>
            <a:lvl7pPr>
              <a:defRPr sz="2100" b="0">
                <a:solidFill>
                  <a:srgbClr val="242829"/>
                </a:solidFill>
                <a:latin typeface="Arial"/>
                <a:ea typeface="Arial"/>
                <a:cs typeface="Arial"/>
              </a:defRPr>
            </a:lvl7pPr>
            <a:lvl8pPr>
              <a:defRPr sz="2100" b="0">
                <a:solidFill>
                  <a:srgbClr val="242829"/>
                </a:solidFill>
                <a:latin typeface="Arial"/>
                <a:ea typeface="Arial"/>
                <a:cs typeface="Arial"/>
              </a:defRPr>
            </a:lvl8pPr>
            <a:lvl9pPr>
              <a:defRPr sz="2100" b="0">
                <a:solidFill>
                  <a:srgbClr val="242829"/>
                </a:solidFill>
                <a:latin typeface="Arial"/>
                <a:ea typeface="Arial"/>
                <a:cs typeface="Arial"/>
              </a:defRPr>
            </a:lvl9pPr>
          </a:lstStyle>
          <a:p xmlns:a="http://schemas.openxmlformats.org/drawingml/2006/main">
            <a:pPr>
              <a:defRPr sz="2100" b="0">
                <a:solidFill>
                  <a:srgbClr val="242829"/>
                </a:solidFill>
                <a:latin typeface="Arial"/>
                <a:ea typeface="Arial"/>
                <a:cs typeface="Arial"/>
              </a:defRPr>
            </a:pPr>
            <a:r>
              <a:rPr sz="2100" b="0">
                <a:solidFill>
                  <a:srgbClr val="242829"/>
                </a:solidFill>
                <a:latin typeface="Arial"/>
                <a:ea typeface="Arial"/>
                <a:cs typeface="Arial"/>
              </a:rPr>
              <a:t>Không có biến thể: dùng giá và tồn kho ở sản phẩm.</a:t>
            </a:r>
          </a:p>
          <a:p xmlns:a="http://schemas.openxmlformats.org/drawingml/2006/main">
            <a:pPr>
              <a:defRPr sz="2100" b="0">
                <a:solidFill>
                  <a:srgbClr val="242829"/>
                </a:solidFill>
                <a:latin typeface="Arial"/>
                <a:ea typeface="Arial"/>
                <a:cs typeface="Arial"/>
              </a:defRPr>
            </a:pPr>
            <a:r>
              <a:rPr sz="2100" b="0">
                <a:solidFill>
                  <a:srgbClr val="242829"/>
                </a:solidFill>
                <a:latin typeface="Arial"/>
                <a:ea typeface="Arial"/>
                <a:cs typeface="Arial"/>
              </a:rPr>
              <a:t>Có biến thể: dùng giá và tồn kho của lựa chọn cụ thể.</a:t>
            </a:r>
          </a:p>
        </p:txBody>
      </p:sp>
      <p:sp>
        <p:nvSpPr>
          <p:cNvPr id="5" name="">
            <a:extLst xmlns:a="http://schemas.openxmlformats.org/drawingml/2006/main">
              <a:ext uri="{FF2B5EF4-FFF2-40B4-BE49-F238E27FC236}">
                <a16:creationId xmlns:a16="http://schemas.microsoft.com/office/drawing/2014/main" id="{583ED541-34AF-4BA0-8FCF-022B7EE99915}"/>
              </a:ext>
            </a:extLst>
          </p:cNvPr>
          <p:cNvSpPr>
            <a:spLocks xmlns:a="http://schemas.openxmlformats.org/drawingml/2006/main" noGrp="1"/>
          </p:cNvSpPr>
          <p:nvPr/>
        </p:nvSpPr>
        <p:spPr>
          <a:xfrm xmlns:a="http://schemas.openxmlformats.org/drawingml/2006/main">
            <a:off x="60960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Tổ hợp không tồn tại hoặc hết hàng bị khóa trên giao diện</a:t>
            </a:r>
          </a:p>
        </p:txBody>
      </p:sp>
    </p:spTree>
    <p:extLst>
      <p:ext uri="{BB962C8B-B14F-4D97-AF65-F5344CB8AC3E}">
        <p14:creationId xmlns:p14="http://schemas.microsoft.com/office/powerpoint/2010/main" val="16962780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C1BBDEA-6C85-482A-812D-C5C4FE4DFA0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Luồng đặt hàng</a:t>
            </a:r>
          </a:p>
        </p:txBody>
      </p:sp>
      <p:sp>
        <p:nvSpPr>
          <p:cNvPr id="2" name="">
            <a:extLst xmlns:a="http://schemas.openxmlformats.org/drawingml/2006/main">
              <a:ext uri="{FF2B5EF4-FFF2-40B4-BE49-F238E27FC236}">
                <a16:creationId xmlns:a16="http://schemas.microsoft.com/office/drawing/2014/main" id="{A96AB6E8-2C3D-4C0F-A754-E67DB82C2072}"/>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BE74864-1193-4586-B206-C435EF7B017F}"/>
              </a:ext>
            </a:extLst>
          </p:cNvPr>
          <p:cNvSpPr>
            <a:spLocks xmlns:a="http://schemas.openxmlformats.org/drawingml/2006/main" noGrp="1"/>
          </p:cNvSpPr>
          <p:nvPr/>
        </p:nvSpPr>
        <p:spPr>
          <a:xfrm xmlns:a="http://schemas.openxmlformats.org/drawingml/2006/main">
            <a:off x="609600" y="18573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45D59"/>
                </a:solidFill>
                <a:latin typeface="Arial"/>
                <a:ea typeface="Arial"/>
                <a:cs typeface="Arial"/>
              </a:defRPr>
            </a:defPPr>
            <a:lvl1pPr>
              <a:defRPr sz="3825" b="1">
                <a:solidFill>
                  <a:srgbClr val="145D59"/>
                </a:solidFill>
                <a:latin typeface="Arial"/>
                <a:ea typeface="Arial"/>
                <a:cs typeface="Arial"/>
              </a:defRPr>
            </a:lvl1pPr>
            <a:lvl2pPr>
              <a:defRPr sz="3825" b="1">
                <a:solidFill>
                  <a:srgbClr val="145D59"/>
                </a:solidFill>
                <a:latin typeface="Arial"/>
                <a:ea typeface="Arial"/>
                <a:cs typeface="Arial"/>
              </a:defRPr>
            </a:lvl2pPr>
            <a:lvl3pPr>
              <a:defRPr sz="3825" b="1">
                <a:solidFill>
                  <a:srgbClr val="145D59"/>
                </a:solidFill>
                <a:latin typeface="Arial"/>
                <a:ea typeface="Arial"/>
                <a:cs typeface="Arial"/>
              </a:defRPr>
            </a:lvl3pPr>
            <a:lvl4pPr>
              <a:defRPr sz="3825" b="1">
                <a:solidFill>
                  <a:srgbClr val="145D59"/>
                </a:solidFill>
                <a:latin typeface="Arial"/>
                <a:ea typeface="Arial"/>
                <a:cs typeface="Arial"/>
              </a:defRPr>
            </a:lvl4pPr>
            <a:lvl5pPr>
              <a:defRPr sz="3825" b="1">
                <a:solidFill>
                  <a:srgbClr val="145D59"/>
                </a:solidFill>
                <a:latin typeface="Arial"/>
                <a:ea typeface="Arial"/>
                <a:cs typeface="Arial"/>
              </a:defRPr>
            </a:lvl5pPr>
            <a:lvl6pPr>
              <a:defRPr sz="3825" b="1">
                <a:solidFill>
                  <a:srgbClr val="145D59"/>
                </a:solidFill>
                <a:latin typeface="Arial"/>
                <a:ea typeface="Arial"/>
                <a:cs typeface="Arial"/>
              </a:defRPr>
            </a:lvl6pPr>
            <a:lvl7pPr>
              <a:defRPr sz="3825" b="1">
                <a:solidFill>
                  <a:srgbClr val="145D59"/>
                </a:solidFill>
                <a:latin typeface="Arial"/>
                <a:ea typeface="Arial"/>
                <a:cs typeface="Arial"/>
              </a:defRPr>
            </a:lvl7pPr>
            <a:lvl8pPr>
              <a:defRPr sz="3825" b="1">
                <a:solidFill>
                  <a:srgbClr val="145D59"/>
                </a:solidFill>
                <a:latin typeface="Arial"/>
                <a:ea typeface="Arial"/>
                <a:cs typeface="Arial"/>
              </a:defRPr>
            </a:lvl8pPr>
            <a:lvl9pPr>
              <a:defRPr sz="3825" b="1">
                <a:solidFill>
                  <a:srgbClr val="145D59"/>
                </a:solidFill>
                <a:latin typeface="Arial"/>
                <a:ea typeface="Arial"/>
                <a:cs typeface="Arial"/>
              </a:defRPr>
            </a:lvl9pPr>
          </a:lstStyle>
          <a:p xmlns:a="http://schemas.openxmlformats.org/drawingml/2006/main">
            <a:pPr>
              <a:defRPr sz="3825" b="1">
                <a:solidFill>
                  <a:srgbClr val="145D59"/>
                </a:solidFill>
                <a:latin typeface="Arial"/>
                <a:ea typeface="Arial"/>
                <a:cs typeface="Arial"/>
              </a:defRPr>
            </a:pPr>
            <a:r>
              <a:rPr sz="3825" b="1">
                <a:solidFill>
                  <a:srgbClr val="145D5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FA68E71-B7ED-4CDB-AB90-90BF86236917}"/>
              </a:ext>
            </a:extLst>
          </p:cNvPr>
          <p:cNvSpPr>
            <a:spLocks xmlns:a="http://schemas.openxmlformats.org/drawingml/2006/main" noGrp="1"/>
          </p:cNvSpPr>
          <p:nvPr/>
        </p:nvSpPr>
        <p:spPr>
          <a:xfrm xmlns:a="http://schemas.openxmlformats.org/drawingml/2006/main">
            <a:off x="1609725" y="18573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829"/>
                </a:solidFill>
                <a:latin typeface="Arial"/>
                <a:ea typeface="Arial"/>
                <a:cs typeface="Arial"/>
              </a:defRPr>
            </a:defPPr>
            <a:lvl1pPr>
              <a:defRPr sz="2325" b="1">
                <a:solidFill>
                  <a:srgbClr val="242829"/>
                </a:solidFill>
                <a:latin typeface="Arial"/>
                <a:ea typeface="Arial"/>
                <a:cs typeface="Arial"/>
              </a:defRPr>
            </a:lvl1pPr>
            <a:lvl2pPr>
              <a:defRPr sz="2325" b="1">
                <a:solidFill>
                  <a:srgbClr val="242829"/>
                </a:solidFill>
                <a:latin typeface="Arial"/>
                <a:ea typeface="Arial"/>
                <a:cs typeface="Arial"/>
              </a:defRPr>
            </a:lvl2pPr>
            <a:lvl3pPr>
              <a:defRPr sz="2325" b="1">
                <a:solidFill>
                  <a:srgbClr val="242829"/>
                </a:solidFill>
                <a:latin typeface="Arial"/>
                <a:ea typeface="Arial"/>
                <a:cs typeface="Arial"/>
              </a:defRPr>
            </a:lvl3pPr>
            <a:lvl4pPr>
              <a:defRPr sz="2325" b="1">
                <a:solidFill>
                  <a:srgbClr val="242829"/>
                </a:solidFill>
                <a:latin typeface="Arial"/>
                <a:ea typeface="Arial"/>
                <a:cs typeface="Arial"/>
              </a:defRPr>
            </a:lvl4pPr>
            <a:lvl5pPr>
              <a:defRPr sz="2325" b="1">
                <a:solidFill>
                  <a:srgbClr val="242829"/>
                </a:solidFill>
                <a:latin typeface="Arial"/>
                <a:ea typeface="Arial"/>
                <a:cs typeface="Arial"/>
              </a:defRPr>
            </a:lvl5pPr>
            <a:lvl6pPr>
              <a:defRPr sz="2325" b="1">
                <a:solidFill>
                  <a:srgbClr val="242829"/>
                </a:solidFill>
                <a:latin typeface="Arial"/>
                <a:ea typeface="Arial"/>
                <a:cs typeface="Arial"/>
              </a:defRPr>
            </a:lvl6pPr>
            <a:lvl7pPr>
              <a:defRPr sz="2325" b="1">
                <a:solidFill>
                  <a:srgbClr val="242829"/>
                </a:solidFill>
                <a:latin typeface="Arial"/>
                <a:ea typeface="Arial"/>
                <a:cs typeface="Arial"/>
              </a:defRPr>
            </a:lvl7pPr>
            <a:lvl8pPr>
              <a:defRPr sz="2325" b="1">
                <a:solidFill>
                  <a:srgbClr val="242829"/>
                </a:solidFill>
                <a:latin typeface="Arial"/>
                <a:ea typeface="Arial"/>
                <a:cs typeface="Arial"/>
              </a:defRPr>
            </a:lvl8pPr>
            <a:lvl9pPr>
              <a:defRPr sz="2325" b="1">
                <a:solidFill>
                  <a:srgbClr val="242829"/>
                </a:solidFill>
                <a:latin typeface="Arial"/>
                <a:ea typeface="Arial"/>
                <a:cs typeface="Arial"/>
              </a:defRPr>
            </a:lvl9pPr>
          </a:lstStyle>
          <a:p xmlns:a="http://schemas.openxmlformats.org/drawingml/2006/main">
            <a:pPr>
              <a:defRPr sz="2325" b="1">
                <a:solidFill>
                  <a:srgbClr val="242829"/>
                </a:solidFill>
                <a:latin typeface="Arial"/>
                <a:ea typeface="Arial"/>
                <a:cs typeface="Arial"/>
              </a:defRPr>
            </a:pPr>
            <a:r>
              <a:rPr sz="2325" b="1">
                <a:solidFill>
                  <a:srgbClr val="242829"/>
                </a:solidFill>
                <a:latin typeface="Arial"/>
                <a:ea typeface="Arial"/>
                <a:cs typeface="Arial"/>
              </a:rPr>
              <a:t>Chọn sản phẩm</a:t>
            </a:r>
          </a:p>
        </p:txBody>
      </p:sp>
      <p:sp>
        <p:nvSpPr>
          <p:cNvPr id="5" name="">
            <a:extLst xmlns:a="http://schemas.openxmlformats.org/drawingml/2006/main">
              <a:ext uri="{FF2B5EF4-FFF2-40B4-BE49-F238E27FC236}">
                <a16:creationId xmlns:a16="http://schemas.microsoft.com/office/drawing/2014/main" id="{0323897F-D9ED-42F6-A797-212D3FBF20D1}"/>
              </a:ext>
            </a:extLst>
          </p:cNvPr>
          <p:cNvSpPr>
            <a:spLocks xmlns:a="http://schemas.openxmlformats.org/drawingml/2006/main" noGrp="1"/>
          </p:cNvSpPr>
          <p:nvPr/>
        </p:nvSpPr>
        <p:spPr>
          <a:xfrm xmlns:a="http://schemas.openxmlformats.org/drawingml/2006/main">
            <a:off x="1609725" y="24765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829"/>
                </a:solidFill>
                <a:latin typeface="Arial"/>
                <a:ea typeface="Arial"/>
                <a:cs typeface="Arial"/>
              </a:defRPr>
            </a:defPPr>
            <a:lvl1pPr>
              <a:defRPr sz="1875" b="0">
                <a:solidFill>
                  <a:srgbClr val="242829"/>
                </a:solidFill>
                <a:latin typeface="Arial"/>
                <a:ea typeface="Arial"/>
                <a:cs typeface="Arial"/>
              </a:defRPr>
            </a:lvl1pPr>
            <a:lvl2pPr>
              <a:defRPr sz="1875" b="0">
                <a:solidFill>
                  <a:srgbClr val="242829"/>
                </a:solidFill>
                <a:latin typeface="Arial"/>
                <a:ea typeface="Arial"/>
                <a:cs typeface="Arial"/>
              </a:defRPr>
            </a:lvl2pPr>
            <a:lvl3pPr>
              <a:defRPr sz="1875" b="0">
                <a:solidFill>
                  <a:srgbClr val="242829"/>
                </a:solidFill>
                <a:latin typeface="Arial"/>
                <a:ea typeface="Arial"/>
                <a:cs typeface="Arial"/>
              </a:defRPr>
            </a:lvl3pPr>
            <a:lvl4pPr>
              <a:defRPr sz="1875" b="0">
                <a:solidFill>
                  <a:srgbClr val="242829"/>
                </a:solidFill>
                <a:latin typeface="Arial"/>
                <a:ea typeface="Arial"/>
                <a:cs typeface="Arial"/>
              </a:defRPr>
            </a:lvl4pPr>
            <a:lvl5pPr>
              <a:defRPr sz="1875" b="0">
                <a:solidFill>
                  <a:srgbClr val="242829"/>
                </a:solidFill>
                <a:latin typeface="Arial"/>
                <a:ea typeface="Arial"/>
                <a:cs typeface="Arial"/>
              </a:defRPr>
            </a:lvl5pPr>
            <a:lvl6pPr>
              <a:defRPr sz="1875" b="0">
                <a:solidFill>
                  <a:srgbClr val="242829"/>
                </a:solidFill>
                <a:latin typeface="Arial"/>
                <a:ea typeface="Arial"/>
                <a:cs typeface="Arial"/>
              </a:defRPr>
            </a:lvl6pPr>
            <a:lvl7pPr>
              <a:defRPr sz="1875" b="0">
                <a:solidFill>
                  <a:srgbClr val="242829"/>
                </a:solidFill>
                <a:latin typeface="Arial"/>
                <a:ea typeface="Arial"/>
                <a:cs typeface="Arial"/>
              </a:defRPr>
            </a:lvl7pPr>
            <a:lvl8pPr>
              <a:defRPr sz="1875" b="0">
                <a:solidFill>
                  <a:srgbClr val="242829"/>
                </a:solidFill>
                <a:latin typeface="Arial"/>
                <a:ea typeface="Arial"/>
                <a:cs typeface="Arial"/>
              </a:defRPr>
            </a:lvl8pPr>
            <a:lvl9pPr>
              <a:defRPr sz="1875" b="0">
                <a:solidFill>
                  <a:srgbClr val="242829"/>
                </a:solidFill>
                <a:latin typeface="Arial"/>
                <a:ea typeface="Arial"/>
                <a:cs typeface="Arial"/>
              </a:defRPr>
            </a:lvl9pPr>
          </a:lstStyle>
          <a:p xmlns:a="http://schemas.openxmlformats.org/drawingml/2006/main">
            <a:pPr>
              <a:defRPr sz="1875" b="0">
                <a:solidFill>
                  <a:srgbClr val="242829"/>
                </a:solidFill>
                <a:latin typeface="Arial"/>
                <a:ea typeface="Arial"/>
                <a:cs typeface="Arial"/>
              </a:defRPr>
            </a:pPr>
            <a:r>
              <a:rPr sz="1875" b="0">
                <a:solidFill>
                  <a:srgbClr val="242829"/>
                </a:solidFill>
                <a:latin typeface="Arial"/>
                <a:ea typeface="Arial"/>
                <a:cs typeface="Arial"/>
              </a:rPr>
              <a:t>Chọn biến thể và số lượng hợp lệ</a:t>
            </a:r>
          </a:p>
        </p:txBody>
      </p:sp>
      <p:sp>
        <p:nvSpPr>
          <p:cNvPr id="6" name="">
            <a:extLst xmlns:a="http://schemas.openxmlformats.org/drawingml/2006/main">
              <a:ext uri="{FF2B5EF4-FFF2-40B4-BE49-F238E27FC236}">
                <a16:creationId xmlns:a16="http://schemas.microsoft.com/office/drawing/2014/main" id="{6307212E-5697-4DEC-AFDB-3EF1ACBE4778}"/>
              </a:ext>
            </a:extLst>
          </p:cNvPr>
          <p:cNvSpPr>
            <a:spLocks xmlns:a="http://schemas.openxmlformats.org/drawingml/2006/main" noGrp="1"/>
          </p:cNvSpPr>
          <p:nvPr/>
        </p:nvSpPr>
        <p:spPr>
          <a:xfrm xmlns:a="http://schemas.openxmlformats.org/drawingml/2006/main">
            <a:off x="6572250" y="18573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45D59"/>
                </a:solidFill>
                <a:latin typeface="Arial"/>
                <a:ea typeface="Arial"/>
                <a:cs typeface="Arial"/>
              </a:defRPr>
            </a:defPPr>
            <a:lvl1pPr>
              <a:defRPr sz="3825" b="1">
                <a:solidFill>
                  <a:srgbClr val="145D59"/>
                </a:solidFill>
                <a:latin typeface="Arial"/>
                <a:ea typeface="Arial"/>
                <a:cs typeface="Arial"/>
              </a:defRPr>
            </a:lvl1pPr>
            <a:lvl2pPr>
              <a:defRPr sz="3825" b="1">
                <a:solidFill>
                  <a:srgbClr val="145D59"/>
                </a:solidFill>
                <a:latin typeface="Arial"/>
                <a:ea typeface="Arial"/>
                <a:cs typeface="Arial"/>
              </a:defRPr>
            </a:lvl2pPr>
            <a:lvl3pPr>
              <a:defRPr sz="3825" b="1">
                <a:solidFill>
                  <a:srgbClr val="145D59"/>
                </a:solidFill>
                <a:latin typeface="Arial"/>
                <a:ea typeface="Arial"/>
                <a:cs typeface="Arial"/>
              </a:defRPr>
            </a:lvl3pPr>
            <a:lvl4pPr>
              <a:defRPr sz="3825" b="1">
                <a:solidFill>
                  <a:srgbClr val="145D59"/>
                </a:solidFill>
                <a:latin typeface="Arial"/>
                <a:ea typeface="Arial"/>
                <a:cs typeface="Arial"/>
              </a:defRPr>
            </a:lvl4pPr>
            <a:lvl5pPr>
              <a:defRPr sz="3825" b="1">
                <a:solidFill>
                  <a:srgbClr val="145D59"/>
                </a:solidFill>
                <a:latin typeface="Arial"/>
                <a:ea typeface="Arial"/>
                <a:cs typeface="Arial"/>
              </a:defRPr>
            </a:lvl5pPr>
            <a:lvl6pPr>
              <a:defRPr sz="3825" b="1">
                <a:solidFill>
                  <a:srgbClr val="145D59"/>
                </a:solidFill>
                <a:latin typeface="Arial"/>
                <a:ea typeface="Arial"/>
                <a:cs typeface="Arial"/>
              </a:defRPr>
            </a:lvl6pPr>
            <a:lvl7pPr>
              <a:defRPr sz="3825" b="1">
                <a:solidFill>
                  <a:srgbClr val="145D59"/>
                </a:solidFill>
                <a:latin typeface="Arial"/>
                <a:ea typeface="Arial"/>
                <a:cs typeface="Arial"/>
              </a:defRPr>
            </a:lvl7pPr>
            <a:lvl8pPr>
              <a:defRPr sz="3825" b="1">
                <a:solidFill>
                  <a:srgbClr val="145D59"/>
                </a:solidFill>
                <a:latin typeface="Arial"/>
                <a:ea typeface="Arial"/>
                <a:cs typeface="Arial"/>
              </a:defRPr>
            </a:lvl8pPr>
            <a:lvl9pPr>
              <a:defRPr sz="3825" b="1">
                <a:solidFill>
                  <a:srgbClr val="145D59"/>
                </a:solidFill>
                <a:latin typeface="Arial"/>
                <a:ea typeface="Arial"/>
                <a:cs typeface="Arial"/>
              </a:defRPr>
            </a:lvl9pPr>
          </a:lstStyle>
          <a:p xmlns:a="http://schemas.openxmlformats.org/drawingml/2006/main">
            <a:pPr>
              <a:defRPr sz="3825" b="1">
                <a:solidFill>
                  <a:srgbClr val="145D59"/>
                </a:solidFill>
                <a:latin typeface="Arial"/>
                <a:ea typeface="Arial"/>
                <a:cs typeface="Arial"/>
              </a:defRPr>
            </a:pPr>
            <a:r>
              <a:rPr sz="3825" b="1">
                <a:solidFill>
                  <a:srgbClr val="145D5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F88F034-7921-4BA9-9DBA-DB5ECAFFFC04}"/>
              </a:ext>
            </a:extLst>
          </p:cNvPr>
          <p:cNvSpPr>
            <a:spLocks xmlns:a="http://schemas.openxmlformats.org/drawingml/2006/main" noGrp="1"/>
          </p:cNvSpPr>
          <p:nvPr/>
        </p:nvSpPr>
        <p:spPr>
          <a:xfrm xmlns:a="http://schemas.openxmlformats.org/drawingml/2006/main">
            <a:off x="7572375" y="18573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829"/>
                </a:solidFill>
                <a:latin typeface="Arial"/>
                <a:ea typeface="Arial"/>
                <a:cs typeface="Arial"/>
              </a:defRPr>
            </a:defPPr>
            <a:lvl1pPr>
              <a:defRPr sz="2325" b="1">
                <a:solidFill>
                  <a:srgbClr val="242829"/>
                </a:solidFill>
                <a:latin typeface="Arial"/>
                <a:ea typeface="Arial"/>
                <a:cs typeface="Arial"/>
              </a:defRPr>
            </a:lvl1pPr>
            <a:lvl2pPr>
              <a:defRPr sz="2325" b="1">
                <a:solidFill>
                  <a:srgbClr val="242829"/>
                </a:solidFill>
                <a:latin typeface="Arial"/>
                <a:ea typeface="Arial"/>
                <a:cs typeface="Arial"/>
              </a:defRPr>
            </a:lvl2pPr>
            <a:lvl3pPr>
              <a:defRPr sz="2325" b="1">
                <a:solidFill>
                  <a:srgbClr val="242829"/>
                </a:solidFill>
                <a:latin typeface="Arial"/>
                <a:ea typeface="Arial"/>
                <a:cs typeface="Arial"/>
              </a:defRPr>
            </a:lvl3pPr>
            <a:lvl4pPr>
              <a:defRPr sz="2325" b="1">
                <a:solidFill>
                  <a:srgbClr val="242829"/>
                </a:solidFill>
                <a:latin typeface="Arial"/>
                <a:ea typeface="Arial"/>
                <a:cs typeface="Arial"/>
              </a:defRPr>
            </a:lvl4pPr>
            <a:lvl5pPr>
              <a:defRPr sz="2325" b="1">
                <a:solidFill>
                  <a:srgbClr val="242829"/>
                </a:solidFill>
                <a:latin typeface="Arial"/>
                <a:ea typeface="Arial"/>
                <a:cs typeface="Arial"/>
              </a:defRPr>
            </a:lvl5pPr>
            <a:lvl6pPr>
              <a:defRPr sz="2325" b="1">
                <a:solidFill>
                  <a:srgbClr val="242829"/>
                </a:solidFill>
                <a:latin typeface="Arial"/>
                <a:ea typeface="Arial"/>
                <a:cs typeface="Arial"/>
              </a:defRPr>
            </a:lvl6pPr>
            <a:lvl7pPr>
              <a:defRPr sz="2325" b="1">
                <a:solidFill>
                  <a:srgbClr val="242829"/>
                </a:solidFill>
                <a:latin typeface="Arial"/>
                <a:ea typeface="Arial"/>
                <a:cs typeface="Arial"/>
              </a:defRPr>
            </a:lvl7pPr>
            <a:lvl8pPr>
              <a:defRPr sz="2325" b="1">
                <a:solidFill>
                  <a:srgbClr val="242829"/>
                </a:solidFill>
                <a:latin typeface="Arial"/>
                <a:ea typeface="Arial"/>
                <a:cs typeface="Arial"/>
              </a:defRPr>
            </a:lvl8pPr>
            <a:lvl9pPr>
              <a:defRPr sz="2325" b="1">
                <a:solidFill>
                  <a:srgbClr val="242829"/>
                </a:solidFill>
                <a:latin typeface="Arial"/>
                <a:ea typeface="Arial"/>
                <a:cs typeface="Arial"/>
              </a:defRPr>
            </a:lvl9pPr>
          </a:lstStyle>
          <a:p xmlns:a="http://schemas.openxmlformats.org/drawingml/2006/main">
            <a:pPr>
              <a:defRPr sz="2325" b="1">
                <a:solidFill>
                  <a:srgbClr val="242829"/>
                </a:solidFill>
                <a:latin typeface="Arial"/>
                <a:ea typeface="Arial"/>
                <a:cs typeface="Arial"/>
              </a:defRPr>
            </a:pPr>
            <a:r>
              <a:rPr sz="2325" b="1">
                <a:solidFill>
                  <a:srgbClr val="242829"/>
                </a:solidFill>
                <a:latin typeface="Arial"/>
                <a:ea typeface="Arial"/>
                <a:cs typeface="Arial"/>
              </a:rPr>
              <a:t>Kiểm tra giỏ</a:t>
            </a:r>
          </a:p>
        </p:txBody>
      </p:sp>
      <p:sp>
        <p:nvSpPr>
          <p:cNvPr id="8" name="">
            <a:extLst xmlns:a="http://schemas.openxmlformats.org/drawingml/2006/main">
              <a:ext uri="{FF2B5EF4-FFF2-40B4-BE49-F238E27FC236}">
                <a16:creationId xmlns:a16="http://schemas.microsoft.com/office/drawing/2014/main" id="{99BF5229-A5B8-4AA5-82FB-8E0949F90510}"/>
              </a:ext>
            </a:extLst>
          </p:cNvPr>
          <p:cNvSpPr>
            <a:spLocks xmlns:a="http://schemas.openxmlformats.org/drawingml/2006/main" noGrp="1"/>
          </p:cNvSpPr>
          <p:nvPr/>
        </p:nvSpPr>
        <p:spPr>
          <a:xfrm xmlns:a="http://schemas.openxmlformats.org/drawingml/2006/main">
            <a:off x="7572375" y="24765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829"/>
                </a:solidFill>
                <a:latin typeface="Arial"/>
                <a:ea typeface="Arial"/>
                <a:cs typeface="Arial"/>
              </a:defRPr>
            </a:defPPr>
            <a:lvl1pPr>
              <a:defRPr sz="1875" b="0">
                <a:solidFill>
                  <a:srgbClr val="242829"/>
                </a:solidFill>
                <a:latin typeface="Arial"/>
                <a:ea typeface="Arial"/>
                <a:cs typeface="Arial"/>
              </a:defRPr>
            </a:lvl1pPr>
            <a:lvl2pPr>
              <a:defRPr sz="1875" b="0">
                <a:solidFill>
                  <a:srgbClr val="242829"/>
                </a:solidFill>
                <a:latin typeface="Arial"/>
                <a:ea typeface="Arial"/>
                <a:cs typeface="Arial"/>
              </a:defRPr>
            </a:lvl2pPr>
            <a:lvl3pPr>
              <a:defRPr sz="1875" b="0">
                <a:solidFill>
                  <a:srgbClr val="242829"/>
                </a:solidFill>
                <a:latin typeface="Arial"/>
                <a:ea typeface="Arial"/>
                <a:cs typeface="Arial"/>
              </a:defRPr>
            </a:lvl3pPr>
            <a:lvl4pPr>
              <a:defRPr sz="1875" b="0">
                <a:solidFill>
                  <a:srgbClr val="242829"/>
                </a:solidFill>
                <a:latin typeface="Arial"/>
                <a:ea typeface="Arial"/>
                <a:cs typeface="Arial"/>
              </a:defRPr>
            </a:lvl4pPr>
            <a:lvl5pPr>
              <a:defRPr sz="1875" b="0">
                <a:solidFill>
                  <a:srgbClr val="242829"/>
                </a:solidFill>
                <a:latin typeface="Arial"/>
                <a:ea typeface="Arial"/>
                <a:cs typeface="Arial"/>
              </a:defRPr>
            </a:lvl5pPr>
            <a:lvl6pPr>
              <a:defRPr sz="1875" b="0">
                <a:solidFill>
                  <a:srgbClr val="242829"/>
                </a:solidFill>
                <a:latin typeface="Arial"/>
                <a:ea typeface="Arial"/>
                <a:cs typeface="Arial"/>
              </a:defRPr>
            </a:lvl6pPr>
            <a:lvl7pPr>
              <a:defRPr sz="1875" b="0">
                <a:solidFill>
                  <a:srgbClr val="242829"/>
                </a:solidFill>
                <a:latin typeface="Arial"/>
                <a:ea typeface="Arial"/>
                <a:cs typeface="Arial"/>
              </a:defRPr>
            </a:lvl7pPr>
            <a:lvl8pPr>
              <a:defRPr sz="1875" b="0">
                <a:solidFill>
                  <a:srgbClr val="242829"/>
                </a:solidFill>
                <a:latin typeface="Arial"/>
                <a:ea typeface="Arial"/>
                <a:cs typeface="Arial"/>
              </a:defRPr>
            </a:lvl8pPr>
            <a:lvl9pPr>
              <a:defRPr sz="1875" b="0">
                <a:solidFill>
                  <a:srgbClr val="242829"/>
                </a:solidFill>
                <a:latin typeface="Arial"/>
                <a:ea typeface="Arial"/>
                <a:cs typeface="Arial"/>
              </a:defRPr>
            </a:lvl9pPr>
          </a:lstStyle>
          <a:p xmlns:a="http://schemas.openxmlformats.org/drawingml/2006/main">
            <a:pPr>
              <a:defRPr sz="1875" b="0">
                <a:solidFill>
                  <a:srgbClr val="242829"/>
                </a:solidFill>
                <a:latin typeface="Arial"/>
                <a:ea typeface="Arial"/>
                <a:cs typeface="Arial"/>
              </a:defRPr>
            </a:pPr>
            <a:r>
              <a:rPr sz="1875" b="0">
                <a:solidFill>
                  <a:srgbClr val="242829"/>
                </a:solidFill>
                <a:latin typeface="Arial"/>
                <a:ea typeface="Arial"/>
                <a:cs typeface="Arial"/>
              </a:rPr>
              <a:t>Hai biến thể cùng sản phẩm là hai dòng</a:t>
            </a:r>
          </a:p>
        </p:txBody>
      </p:sp>
      <p:sp>
        <p:nvSpPr>
          <p:cNvPr id="9" name="">
            <a:extLst xmlns:a="http://schemas.openxmlformats.org/drawingml/2006/main">
              <a:ext uri="{FF2B5EF4-FFF2-40B4-BE49-F238E27FC236}">
                <a16:creationId xmlns:a16="http://schemas.microsoft.com/office/drawing/2014/main" id="{1C8FF9F7-E06C-4BCF-A58F-F29934C5C719}"/>
              </a:ext>
            </a:extLst>
          </p:cNvPr>
          <p:cNvSpPr>
            <a:spLocks xmlns:a="http://schemas.openxmlformats.org/drawingml/2006/main" noGrp="1"/>
          </p:cNvSpPr>
          <p:nvPr/>
        </p:nvSpPr>
        <p:spPr>
          <a:xfrm xmlns:a="http://schemas.openxmlformats.org/drawingml/2006/main">
            <a:off x="609600" y="3905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45D59"/>
                </a:solidFill>
                <a:latin typeface="Arial"/>
                <a:ea typeface="Arial"/>
                <a:cs typeface="Arial"/>
              </a:defRPr>
            </a:defPPr>
            <a:lvl1pPr>
              <a:defRPr sz="3825" b="1">
                <a:solidFill>
                  <a:srgbClr val="145D59"/>
                </a:solidFill>
                <a:latin typeface="Arial"/>
                <a:ea typeface="Arial"/>
                <a:cs typeface="Arial"/>
              </a:defRPr>
            </a:lvl1pPr>
            <a:lvl2pPr>
              <a:defRPr sz="3825" b="1">
                <a:solidFill>
                  <a:srgbClr val="145D59"/>
                </a:solidFill>
                <a:latin typeface="Arial"/>
                <a:ea typeface="Arial"/>
                <a:cs typeface="Arial"/>
              </a:defRPr>
            </a:lvl2pPr>
            <a:lvl3pPr>
              <a:defRPr sz="3825" b="1">
                <a:solidFill>
                  <a:srgbClr val="145D59"/>
                </a:solidFill>
                <a:latin typeface="Arial"/>
                <a:ea typeface="Arial"/>
                <a:cs typeface="Arial"/>
              </a:defRPr>
            </a:lvl3pPr>
            <a:lvl4pPr>
              <a:defRPr sz="3825" b="1">
                <a:solidFill>
                  <a:srgbClr val="145D59"/>
                </a:solidFill>
                <a:latin typeface="Arial"/>
                <a:ea typeface="Arial"/>
                <a:cs typeface="Arial"/>
              </a:defRPr>
            </a:lvl4pPr>
            <a:lvl5pPr>
              <a:defRPr sz="3825" b="1">
                <a:solidFill>
                  <a:srgbClr val="145D59"/>
                </a:solidFill>
                <a:latin typeface="Arial"/>
                <a:ea typeface="Arial"/>
                <a:cs typeface="Arial"/>
              </a:defRPr>
            </a:lvl5pPr>
            <a:lvl6pPr>
              <a:defRPr sz="3825" b="1">
                <a:solidFill>
                  <a:srgbClr val="145D59"/>
                </a:solidFill>
                <a:latin typeface="Arial"/>
                <a:ea typeface="Arial"/>
                <a:cs typeface="Arial"/>
              </a:defRPr>
            </a:lvl6pPr>
            <a:lvl7pPr>
              <a:defRPr sz="3825" b="1">
                <a:solidFill>
                  <a:srgbClr val="145D59"/>
                </a:solidFill>
                <a:latin typeface="Arial"/>
                <a:ea typeface="Arial"/>
                <a:cs typeface="Arial"/>
              </a:defRPr>
            </a:lvl7pPr>
            <a:lvl8pPr>
              <a:defRPr sz="3825" b="1">
                <a:solidFill>
                  <a:srgbClr val="145D59"/>
                </a:solidFill>
                <a:latin typeface="Arial"/>
                <a:ea typeface="Arial"/>
                <a:cs typeface="Arial"/>
              </a:defRPr>
            </a:lvl8pPr>
            <a:lvl9pPr>
              <a:defRPr sz="3825" b="1">
                <a:solidFill>
                  <a:srgbClr val="145D59"/>
                </a:solidFill>
                <a:latin typeface="Arial"/>
                <a:ea typeface="Arial"/>
                <a:cs typeface="Arial"/>
              </a:defRPr>
            </a:lvl9pPr>
          </a:lstStyle>
          <a:p xmlns:a="http://schemas.openxmlformats.org/drawingml/2006/main">
            <a:pPr>
              <a:defRPr sz="3825" b="1">
                <a:solidFill>
                  <a:srgbClr val="145D59"/>
                </a:solidFill>
                <a:latin typeface="Arial"/>
                <a:ea typeface="Arial"/>
                <a:cs typeface="Arial"/>
              </a:defRPr>
            </a:pPr>
            <a:r>
              <a:rPr sz="3825" b="1">
                <a:solidFill>
                  <a:srgbClr val="145D5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DF271FF-B18E-4A70-BA5D-E54D1829C568}"/>
              </a:ext>
            </a:extLst>
          </p:cNvPr>
          <p:cNvSpPr>
            <a:spLocks xmlns:a="http://schemas.openxmlformats.org/drawingml/2006/main" noGrp="1"/>
          </p:cNvSpPr>
          <p:nvPr/>
        </p:nvSpPr>
        <p:spPr>
          <a:xfrm xmlns:a="http://schemas.openxmlformats.org/drawingml/2006/main">
            <a:off x="1609725" y="39052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829"/>
                </a:solidFill>
                <a:latin typeface="Arial"/>
                <a:ea typeface="Arial"/>
                <a:cs typeface="Arial"/>
              </a:defRPr>
            </a:defPPr>
            <a:lvl1pPr>
              <a:defRPr sz="2325" b="1">
                <a:solidFill>
                  <a:srgbClr val="242829"/>
                </a:solidFill>
                <a:latin typeface="Arial"/>
                <a:ea typeface="Arial"/>
                <a:cs typeface="Arial"/>
              </a:defRPr>
            </a:lvl1pPr>
            <a:lvl2pPr>
              <a:defRPr sz="2325" b="1">
                <a:solidFill>
                  <a:srgbClr val="242829"/>
                </a:solidFill>
                <a:latin typeface="Arial"/>
                <a:ea typeface="Arial"/>
                <a:cs typeface="Arial"/>
              </a:defRPr>
            </a:lvl2pPr>
            <a:lvl3pPr>
              <a:defRPr sz="2325" b="1">
                <a:solidFill>
                  <a:srgbClr val="242829"/>
                </a:solidFill>
                <a:latin typeface="Arial"/>
                <a:ea typeface="Arial"/>
                <a:cs typeface="Arial"/>
              </a:defRPr>
            </a:lvl3pPr>
            <a:lvl4pPr>
              <a:defRPr sz="2325" b="1">
                <a:solidFill>
                  <a:srgbClr val="242829"/>
                </a:solidFill>
                <a:latin typeface="Arial"/>
                <a:ea typeface="Arial"/>
                <a:cs typeface="Arial"/>
              </a:defRPr>
            </a:lvl4pPr>
            <a:lvl5pPr>
              <a:defRPr sz="2325" b="1">
                <a:solidFill>
                  <a:srgbClr val="242829"/>
                </a:solidFill>
                <a:latin typeface="Arial"/>
                <a:ea typeface="Arial"/>
                <a:cs typeface="Arial"/>
              </a:defRPr>
            </a:lvl5pPr>
            <a:lvl6pPr>
              <a:defRPr sz="2325" b="1">
                <a:solidFill>
                  <a:srgbClr val="242829"/>
                </a:solidFill>
                <a:latin typeface="Arial"/>
                <a:ea typeface="Arial"/>
                <a:cs typeface="Arial"/>
              </a:defRPr>
            </a:lvl6pPr>
            <a:lvl7pPr>
              <a:defRPr sz="2325" b="1">
                <a:solidFill>
                  <a:srgbClr val="242829"/>
                </a:solidFill>
                <a:latin typeface="Arial"/>
                <a:ea typeface="Arial"/>
                <a:cs typeface="Arial"/>
              </a:defRPr>
            </a:lvl7pPr>
            <a:lvl8pPr>
              <a:defRPr sz="2325" b="1">
                <a:solidFill>
                  <a:srgbClr val="242829"/>
                </a:solidFill>
                <a:latin typeface="Arial"/>
                <a:ea typeface="Arial"/>
                <a:cs typeface="Arial"/>
              </a:defRPr>
            </a:lvl8pPr>
            <a:lvl9pPr>
              <a:defRPr sz="2325" b="1">
                <a:solidFill>
                  <a:srgbClr val="242829"/>
                </a:solidFill>
                <a:latin typeface="Arial"/>
                <a:ea typeface="Arial"/>
                <a:cs typeface="Arial"/>
              </a:defRPr>
            </a:lvl9pPr>
          </a:lstStyle>
          <a:p xmlns:a="http://schemas.openxmlformats.org/drawingml/2006/main">
            <a:pPr>
              <a:defRPr sz="2325" b="1">
                <a:solidFill>
                  <a:srgbClr val="242829"/>
                </a:solidFill>
                <a:latin typeface="Arial"/>
                <a:ea typeface="Arial"/>
                <a:cs typeface="Arial"/>
              </a:defRPr>
            </a:pPr>
            <a:r>
              <a:rPr sz="2325" b="1">
                <a:solidFill>
                  <a:srgbClr val="242829"/>
                </a:solidFill>
                <a:latin typeface="Arial"/>
                <a:ea typeface="Arial"/>
                <a:cs typeface="Arial"/>
              </a:rPr>
              <a:t>Đặt hàng</a:t>
            </a:r>
          </a:p>
        </p:txBody>
      </p:sp>
      <p:sp>
        <p:nvSpPr>
          <p:cNvPr id="11" name="">
            <a:extLst xmlns:a="http://schemas.openxmlformats.org/drawingml/2006/main">
              <a:ext uri="{FF2B5EF4-FFF2-40B4-BE49-F238E27FC236}">
                <a16:creationId xmlns:a16="http://schemas.microsoft.com/office/drawing/2014/main" id="{235890C1-8A5B-461E-9300-0A362CC329A1}"/>
              </a:ext>
            </a:extLst>
          </p:cNvPr>
          <p:cNvSpPr>
            <a:spLocks xmlns:a="http://schemas.openxmlformats.org/drawingml/2006/main" noGrp="1"/>
          </p:cNvSpPr>
          <p:nvPr/>
        </p:nvSpPr>
        <p:spPr>
          <a:xfrm xmlns:a="http://schemas.openxmlformats.org/drawingml/2006/main">
            <a:off x="1609725" y="45243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829"/>
                </a:solidFill>
                <a:latin typeface="Arial"/>
                <a:ea typeface="Arial"/>
                <a:cs typeface="Arial"/>
              </a:defRPr>
            </a:defPPr>
            <a:lvl1pPr>
              <a:defRPr sz="1875" b="0">
                <a:solidFill>
                  <a:srgbClr val="242829"/>
                </a:solidFill>
                <a:latin typeface="Arial"/>
                <a:ea typeface="Arial"/>
                <a:cs typeface="Arial"/>
              </a:defRPr>
            </a:lvl1pPr>
            <a:lvl2pPr>
              <a:defRPr sz="1875" b="0">
                <a:solidFill>
                  <a:srgbClr val="242829"/>
                </a:solidFill>
                <a:latin typeface="Arial"/>
                <a:ea typeface="Arial"/>
                <a:cs typeface="Arial"/>
              </a:defRPr>
            </a:lvl2pPr>
            <a:lvl3pPr>
              <a:defRPr sz="1875" b="0">
                <a:solidFill>
                  <a:srgbClr val="242829"/>
                </a:solidFill>
                <a:latin typeface="Arial"/>
                <a:ea typeface="Arial"/>
                <a:cs typeface="Arial"/>
              </a:defRPr>
            </a:lvl3pPr>
            <a:lvl4pPr>
              <a:defRPr sz="1875" b="0">
                <a:solidFill>
                  <a:srgbClr val="242829"/>
                </a:solidFill>
                <a:latin typeface="Arial"/>
                <a:ea typeface="Arial"/>
                <a:cs typeface="Arial"/>
              </a:defRPr>
            </a:lvl4pPr>
            <a:lvl5pPr>
              <a:defRPr sz="1875" b="0">
                <a:solidFill>
                  <a:srgbClr val="242829"/>
                </a:solidFill>
                <a:latin typeface="Arial"/>
                <a:ea typeface="Arial"/>
                <a:cs typeface="Arial"/>
              </a:defRPr>
            </a:lvl5pPr>
            <a:lvl6pPr>
              <a:defRPr sz="1875" b="0">
                <a:solidFill>
                  <a:srgbClr val="242829"/>
                </a:solidFill>
                <a:latin typeface="Arial"/>
                <a:ea typeface="Arial"/>
                <a:cs typeface="Arial"/>
              </a:defRPr>
            </a:lvl6pPr>
            <a:lvl7pPr>
              <a:defRPr sz="1875" b="0">
                <a:solidFill>
                  <a:srgbClr val="242829"/>
                </a:solidFill>
                <a:latin typeface="Arial"/>
                <a:ea typeface="Arial"/>
                <a:cs typeface="Arial"/>
              </a:defRPr>
            </a:lvl7pPr>
            <a:lvl8pPr>
              <a:defRPr sz="1875" b="0">
                <a:solidFill>
                  <a:srgbClr val="242829"/>
                </a:solidFill>
                <a:latin typeface="Arial"/>
                <a:ea typeface="Arial"/>
                <a:cs typeface="Arial"/>
              </a:defRPr>
            </a:lvl8pPr>
            <a:lvl9pPr>
              <a:defRPr sz="1875" b="0">
                <a:solidFill>
                  <a:srgbClr val="242829"/>
                </a:solidFill>
                <a:latin typeface="Arial"/>
                <a:ea typeface="Arial"/>
                <a:cs typeface="Arial"/>
              </a:defRPr>
            </a:lvl9pPr>
          </a:lstStyle>
          <a:p xmlns:a="http://schemas.openxmlformats.org/drawingml/2006/main">
            <a:pPr>
              <a:defRPr sz="1875" b="0">
                <a:solidFill>
                  <a:srgbClr val="242829"/>
                </a:solidFill>
                <a:latin typeface="Arial"/>
                <a:ea typeface="Arial"/>
                <a:cs typeface="Arial"/>
              </a:defRPr>
            </a:pPr>
            <a:r>
              <a:rPr sz="1875" b="0">
                <a:solidFill>
                  <a:srgbClr val="242829"/>
                </a:solidFill>
                <a:latin typeface="Arial"/>
                <a:ea typeface="Arial"/>
                <a:cs typeface="Arial"/>
              </a:rPr>
              <a:t>Đọc lại giá và trừ kho trong transaction</a:t>
            </a:r>
          </a:p>
        </p:txBody>
      </p:sp>
      <p:sp>
        <p:nvSpPr>
          <p:cNvPr id="12" name="">
            <a:extLst xmlns:a="http://schemas.openxmlformats.org/drawingml/2006/main">
              <a:ext uri="{FF2B5EF4-FFF2-40B4-BE49-F238E27FC236}">
                <a16:creationId xmlns:a16="http://schemas.microsoft.com/office/drawing/2014/main" id="{67076ABE-0BE5-4793-99FD-18EE445CEF48}"/>
              </a:ext>
            </a:extLst>
          </p:cNvPr>
          <p:cNvSpPr>
            <a:spLocks xmlns:a="http://schemas.openxmlformats.org/drawingml/2006/main" noGrp="1"/>
          </p:cNvSpPr>
          <p:nvPr/>
        </p:nvSpPr>
        <p:spPr>
          <a:xfrm xmlns:a="http://schemas.openxmlformats.org/drawingml/2006/main">
            <a:off x="6572250" y="3905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45D59"/>
                </a:solidFill>
                <a:latin typeface="Arial"/>
                <a:ea typeface="Arial"/>
                <a:cs typeface="Arial"/>
              </a:defRPr>
            </a:defPPr>
            <a:lvl1pPr>
              <a:defRPr sz="3825" b="1">
                <a:solidFill>
                  <a:srgbClr val="145D59"/>
                </a:solidFill>
                <a:latin typeface="Arial"/>
                <a:ea typeface="Arial"/>
                <a:cs typeface="Arial"/>
              </a:defRPr>
            </a:lvl1pPr>
            <a:lvl2pPr>
              <a:defRPr sz="3825" b="1">
                <a:solidFill>
                  <a:srgbClr val="145D59"/>
                </a:solidFill>
                <a:latin typeface="Arial"/>
                <a:ea typeface="Arial"/>
                <a:cs typeface="Arial"/>
              </a:defRPr>
            </a:lvl2pPr>
            <a:lvl3pPr>
              <a:defRPr sz="3825" b="1">
                <a:solidFill>
                  <a:srgbClr val="145D59"/>
                </a:solidFill>
                <a:latin typeface="Arial"/>
                <a:ea typeface="Arial"/>
                <a:cs typeface="Arial"/>
              </a:defRPr>
            </a:lvl3pPr>
            <a:lvl4pPr>
              <a:defRPr sz="3825" b="1">
                <a:solidFill>
                  <a:srgbClr val="145D59"/>
                </a:solidFill>
                <a:latin typeface="Arial"/>
                <a:ea typeface="Arial"/>
                <a:cs typeface="Arial"/>
              </a:defRPr>
            </a:lvl4pPr>
            <a:lvl5pPr>
              <a:defRPr sz="3825" b="1">
                <a:solidFill>
                  <a:srgbClr val="145D59"/>
                </a:solidFill>
                <a:latin typeface="Arial"/>
                <a:ea typeface="Arial"/>
                <a:cs typeface="Arial"/>
              </a:defRPr>
            </a:lvl5pPr>
            <a:lvl6pPr>
              <a:defRPr sz="3825" b="1">
                <a:solidFill>
                  <a:srgbClr val="145D59"/>
                </a:solidFill>
                <a:latin typeface="Arial"/>
                <a:ea typeface="Arial"/>
                <a:cs typeface="Arial"/>
              </a:defRPr>
            </a:lvl6pPr>
            <a:lvl7pPr>
              <a:defRPr sz="3825" b="1">
                <a:solidFill>
                  <a:srgbClr val="145D59"/>
                </a:solidFill>
                <a:latin typeface="Arial"/>
                <a:ea typeface="Arial"/>
                <a:cs typeface="Arial"/>
              </a:defRPr>
            </a:lvl7pPr>
            <a:lvl8pPr>
              <a:defRPr sz="3825" b="1">
                <a:solidFill>
                  <a:srgbClr val="145D59"/>
                </a:solidFill>
                <a:latin typeface="Arial"/>
                <a:ea typeface="Arial"/>
                <a:cs typeface="Arial"/>
              </a:defRPr>
            </a:lvl8pPr>
            <a:lvl9pPr>
              <a:defRPr sz="3825" b="1">
                <a:solidFill>
                  <a:srgbClr val="145D59"/>
                </a:solidFill>
                <a:latin typeface="Arial"/>
                <a:ea typeface="Arial"/>
                <a:cs typeface="Arial"/>
              </a:defRPr>
            </a:lvl9pPr>
          </a:lstStyle>
          <a:p xmlns:a="http://schemas.openxmlformats.org/drawingml/2006/main">
            <a:pPr>
              <a:defRPr sz="3825" b="1">
                <a:solidFill>
                  <a:srgbClr val="145D59"/>
                </a:solidFill>
                <a:latin typeface="Arial"/>
                <a:ea typeface="Arial"/>
                <a:cs typeface="Arial"/>
              </a:defRPr>
            </a:pPr>
            <a:r>
              <a:rPr sz="3825" b="1">
                <a:solidFill>
                  <a:srgbClr val="145D59"/>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E22D2DCA-0AA8-4175-BADF-8AA74C52A049}"/>
              </a:ext>
            </a:extLst>
          </p:cNvPr>
          <p:cNvSpPr>
            <a:spLocks xmlns:a="http://schemas.openxmlformats.org/drawingml/2006/main" noGrp="1"/>
          </p:cNvSpPr>
          <p:nvPr/>
        </p:nvSpPr>
        <p:spPr>
          <a:xfrm xmlns:a="http://schemas.openxmlformats.org/drawingml/2006/main">
            <a:off x="7572375" y="39052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829"/>
                </a:solidFill>
                <a:latin typeface="Arial"/>
                <a:ea typeface="Arial"/>
                <a:cs typeface="Arial"/>
              </a:defRPr>
            </a:defPPr>
            <a:lvl1pPr>
              <a:defRPr sz="2325" b="1">
                <a:solidFill>
                  <a:srgbClr val="242829"/>
                </a:solidFill>
                <a:latin typeface="Arial"/>
                <a:ea typeface="Arial"/>
                <a:cs typeface="Arial"/>
              </a:defRPr>
            </a:lvl1pPr>
            <a:lvl2pPr>
              <a:defRPr sz="2325" b="1">
                <a:solidFill>
                  <a:srgbClr val="242829"/>
                </a:solidFill>
                <a:latin typeface="Arial"/>
                <a:ea typeface="Arial"/>
                <a:cs typeface="Arial"/>
              </a:defRPr>
            </a:lvl2pPr>
            <a:lvl3pPr>
              <a:defRPr sz="2325" b="1">
                <a:solidFill>
                  <a:srgbClr val="242829"/>
                </a:solidFill>
                <a:latin typeface="Arial"/>
                <a:ea typeface="Arial"/>
                <a:cs typeface="Arial"/>
              </a:defRPr>
            </a:lvl3pPr>
            <a:lvl4pPr>
              <a:defRPr sz="2325" b="1">
                <a:solidFill>
                  <a:srgbClr val="242829"/>
                </a:solidFill>
                <a:latin typeface="Arial"/>
                <a:ea typeface="Arial"/>
                <a:cs typeface="Arial"/>
              </a:defRPr>
            </a:lvl4pPr>
            <a:lvl5pPr>
              <a:defRPr sz="2325" b="1">
                <a:solidFill>
                  <a:srgbClr val="242829"/>
                </a:solidFill>
                <a:latin typeface="Arial"/>
                <a:ea typeface="Arial"/>
                <a:cs typeface="Arial"/>
              </a:defRPr>
            </a:lvl5pPr>
            <a:lvl6pPr>
              <a:defRPr sz="2325" b="1">
                <a:solidFill>
                  <a:srgbClr val="242829"/>
                </a:solidFill>
                <a:latin typeface="Arial"/>
                <a:ea typeface="Arial"/>
                <a:cs typeface="Arial"/>
              </a:defRPr>
            </a:lvl6pPr>
            <a:lvl7pPr>
              <a:defRPr sz="2325" b="1">
                <a:solidFill>
                  <a:srgbClr val="242829"/>
                </a:solidFill>
                <a:latin typeface="Arial"/>
                <a:ea typeface="Arial"/>
                <a:cs typeface="Arial"/>
              </a:defRPr>
            </a:lvl7pPr>
            <a:lvl8pPr>
              <a:defRPr sz="2325" b="1">
                <a:solidFill>
                  <a:srgbClr val="242829"/>
                </a:solidFill>
                <a:latin typeface="Arial"/>
                <a:ea typeface="Arial"/>
                <a:cs typeface="Arial"/>
              </a:defRPr>
            </a:lvl8pPr>
            <a:lvl9pPr>
              <a:defRPr sz="2325" b="1">
                <a:solidFill>
                  <a:srgbClr val="242829"/>
                </a:solidFill>
                <a:latin typeface="Arial"/>
                <a:ea typeface="Arial"/>
                <a:cs typeface="Arial"/>
              </a:defRPr>
            </a:lvl9pPr>
          </a:lstStyle>
          <a:p xmlns:a="http://schemas.openxmlformats.org/drawingml/2006/main">
            <a:pPr>
              <a:defRPr sz="2325" b="1">
                <a:solidFill>
                  <a:srgbClr val="242829"/>
                </a:solidFill>
                <a:latin typeface="Arial"/>
                <a:ea typeface="Arial"/>
                <a:cs typeface="Arial"/>
              </a:defRPr>
            </a:pPr>
            <a:r>
              <a:rPr sz="2325" b="1">
                <a:solidFill>
                  <a:srgbClr val="242829"/>
                </a:solidFill>
                <a:latin typeface="Arial"/>
                <a:ea typeface="Arial"/>
                <a:cs typeface="Arial"/>
              </a:rPr>
              <a:t>Xác nhận</a:t>
            </a:r>
          </a:p>
        </p:txBody>
      </p:sp>
      <p:sp>
        <p:nvSpPr>
          <p:cNvPr id="14" name="">
            <a:extLst xmlns:a="http://schemas.openxmlformats.org/drawingml/2006/main">
              <a:ext uri="{FF2B5EF4-FFF2-40B4-BE49-F238E27FC236}">
                <a16:creationId xmlns:a16="http://schemas.microsoft.com/office/drawing/2014/main" id="{FAE39D8C-7532-4324-9DDA-80F7CA46096E}"/>
              </a:ext>
            </a:extLst>
          </p:cNvPr>
          <p:cNvSpPr>
            <a:spLocks xmlns:a="http://schemas.openxmlformats.org/drawingml/2006/main" noGrp="1"/>
          </p:cNvSpPr>
          <p:nvPr/>
        </p:nvSpPr>
        <p:spPr>
          <a:xfrm xmlns:a="http://schemas.openxmlformats.org/drawingml/2006/main">
            <a:off x="7572375" y="45243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2829"/>
                </a:solidFill>
                <a:latin typeface="Arial"/>
                <a:ea typeface="Arial"/>
                <a:cs typeface="Arial"/>
              </a:defRPr>
            </a:defPPr>
            <a:lvl1pPr>
              <a:defRPr sz="1875" b="0">
                <a:solidFill>
                  <a:srgbClr val="242829"/>
                </a:solidFill>
                <a:latin typeface="Arial"/>
                <a:ea typeface="Arial"/>
                <a:cs typeface="Arial"/>
              </a:defRPr>
            </a:lvl1pPr>
            <a:lvl2pPr>
              <a:defRPr sz="1875" b="0">
                <a:solidFill>
                  <a:srgbClr val="242829"/>
                </a:solidFill>
                <a:latin typeface="Arial"/>
                <a:ea typeface="Arial"/>
                <a:cs typeface="Arial"/>
              </a:defRPr>
            </a:lvl2pPr>
            <a:lvl3pPr>
              <a:defRPr sz="1875" b="0">
                <a:solidFill>
                  <a:srgbClr val="242829"/>
                </a:solidFill>
                <a:latin typeface="Arial"/>
                <a:ea typeface="Arial"/>
                <a:cs typeface="Arial"/>
              </a:defRPr>
            </a:lvl3pPr>
            <a:lvl4pPr>
              <a:defRPr sz="1875" b="0">
                <a:solidFill>
                  <a:srgbClr val="242829"/>
                </a:solidFill>
                <a:latin typeface="Arial"/>
                <a:ea typeface="Arial"/>
                <a:cs typeface="Arial"/>
              </a:defRPr>
            </a:lvl4pPr>
            <a:lvl5pPr>
              <a:defRPr sz="1875" b="0">
                <a:solidFill>
                  <a:srgbClr val="242829"/>
                </a:solidFill>
                <a:latin typeface="Arial"/>
                <a:ea typeface="Arial"/>
                <a:cs typeface="Arial"/>
              </a:defRPr>
            </a:lvl5pPr>
            <a:lvl6pPr>
              <a:defRPr sz="1875" b="0">
                <a:solidFill>
                  <a:srgbClr val="242829"/>
                </a:solidFill>
                <a:latin typeface="Arial"/>
                <a:ea typeface="Arial"/>
                <a:cs typeface="Arial"/>
              </a:defRPr>
            </a:lvl6pPr>
            <a:lvl7pPr>
              <a:defRPr sz="1875" b="0">
                <a:solidFill>
                  <a:srgbClr val="242829"/>
                </a:solidFill>
                <a:latin typeface="Arial"/>
                <a:ea typeface="Arial"/>
                <a:cs typeface="Arial"/>
              </a:defRPr>
            </a:lvl7pPr>
            <a:lvl8pPr>
              <a:defRPr sz="1875" b="0">
                <a:solidFill>
                  <a:srgbClr val="242829"/>
                </a:solidFill>
                <a:latin typeface="Arial"/>
                <a:ea typeface="Arial"/>
                <a:cs typeface="Arial"/>
              </a:defRPr>
            </a:lvl8pPr>
            <a:lvl9pPr>
              <a:defRPr sz="1875" b="0">
                <a:solidFill>
                  <a:srgbClr val="242829"/>
                </a:solidFill>
                <a:latin typeface="Arial"/>
                <a:ea typeface="Arial"/>
                <a:cs typeface="Arial"/>
              </a:defRPr>
            </a:lvl9pPr>
          </a:lstStyle>
          <a:p xmlns:a="http://schemas.openxmlformats.org/drawingml/2006/main">
            <a:pPr>
              <a:defRPr sz="1875" b="0">
                <a:solidFill>
                  <a:srgbClr val="242829"/>
                </a:solidFill>
                <a:latin typeface="Arial"/>
                <a:ea typeface="Arial"/>
                <a:cs typeface="Arial"/>
              </a:defRPr>
            </a:pPr>
            <a:r>
              <a:rPr sz="1875" b="0">
                <a:solidFill>
                  <a:srgbClr val="242829"/>
                </a:solidFill>
                <a:latin typeface="Arial"/>
                <a:ea typeface="Arial"/>
                <a:cs typeface="Arial"/>
              </a:rPr>
              <a:t>Lưu snapshot và hiện thông báo thành công</a:t>
            </a:r>
          </a:p>
        </p:txBody>
      </p:sp>
    </p:spTree>
    <p:extLst>
      <p:ext uri="{BB962C8B-B14F-4D97-AF65-F5344CB8AC3E}">
        <p14:creationId xmlns:p14="http://schemas.microsoft.com/office/powerpoint/2010/main" val="20325454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26840B-6200-4725-AAB0-975FBB1D3A97}"/>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Snapshot giữ nguyên giá lúc mua</a:t>
            </a:r>
          </a:p>
        </p:txBody>
      </p:sp>
      <p:sp>
        <p:nvSpPr>
          <p:cNvPr id="2" name="">
            <a:extLst xmlns:a="http://schemas.openxmlformats.org/drawingml/2006/main">
              <a:ext uri="{FF2B5EF4-FFF2-40B4-BE49-F238E27FC236}">
                <a16:creationId xmlns:a16="http://schemas.microsoft.com/office/drawing/2014/main" id="{B9F89DF3-D823-4E22-83D7-E6B2FF6D5080}"/>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DE3D1219-B881-4639-954F-1E66748DA0D2}"/>
              </a:ext>
            </a:extLst>
          </p:cNvPr>
          <p:cNvSpPr>
            <a:spLocks xmlns:a="http://schemas.openxmlformats.org/drawingml/2006/main" noGrp="1"/>
          </p:cNvSpPr>
          <p:nvPr/>
        </p:nvSpPr>
        <p:spPr>
          <a:xfrm xmlns:a="http://schemas.openxmlformats.org/drawingml/2006/main">
            <a:off x="609600" y="1714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97274"/>
                </a:solidFill>
                <a:latin typeface="Arial"/>
                <a:ea typeface="Arial"/>
                <a:cs typeface="Arial"/>
              </a:defRPr>
            </a:defPPr>
            <a:lvl1pPr>
              <a:defRPr sz="2025" b="0">
                <a:solidFill>
                  <a:srgbClr val="697274"/>
                </a:solidFill>
                <a:latin typeface="Arial"/>
                <a:ea typeface="Arial"/>
                <a:cs typeface="Arial"/>
              </a:defRPr>
            </a:lvl1pPr>
            <a:lvl2pPr>
              <a:defRPr sz="2025" b="0">
                <a:solidFill>
                  <a:srgbClr val="697274"/>
                </a:solidFill>
                <a:latin typeface="Arial"/>
                <a:ea typeface="Arial"/>
                <a:cs typeface="Arial"/>
              </a:defRPr>
            </a:lvl2pPr>
            <a:lvl3pPr>
              <a:defRPr sz="2025" b="0">
                <a:solidFill>
                  <a:srgbClr val="697274"/>
                </a:solidFill>
                <a:latin typeface="Arial"/>
                <a:ea typeface="Arial"/>
                <a:cs typeface="Arial"/>
              </a:defRPr>
            </a:lvl3pPr>
            <a:lvl4pPr>
              <a:defRPr sz="2025" b="0">
                <a:solidFill>
                  <a:srgbClr val="697274"/>
                </a:solidFill>
                <a:latin typeface="Arial"/>
                <a:ea typeface="Arial"/>
                <a:cs typeface="Arial"/>
              </a:defRPr>
            </a:lvl4pPr>
            <a:lvl5pPr>
              <a:defRPr sz="2025" b="0">
                <a:solidFill>
                  <a:srgbClr val="697274"/>
                </a:solidFill>
                <a:latin typeface="Arial"/>
                <a:ea typeface="Arial"/>
                <a:cs typeface="Arial"/>
              </a:defRPr>
            </a:lvl5pPr>
            <a:lvl6pPr>
              <a:defRPr sz="2025" b="0">
                <a:solidFill>
                  <a:srgbClr val="697274"/>
                </a:solidFill>
                <a:latin typeface="Arial"/>
                <a:ea typeface="Arial"/>
                <a:cs typeface="Arial"/>
              </a:defRPr>
            </a:lvl6pPr>
            <a:lvl7pPr>
              <a:defRPr sz="2025" b="0">
                <a:solidFill>
                  <a:srgbClr val="697274"/>
                </a:solidFill>
                <a:latin typeface="Arial"/>
                <a:ea typeface="Arial"/>
                <a:cs typeface="Arial"/>
              </a:defRPr>
            </a:lvl7pPr>
            <a:lvl8pPr>
              <a:defRPr sz="2025" b="0">
                <a:solidFill>
                  <a:srgbClr val="697274"/>
                </a:solidFill>
                <a:latin typeface="Arial"/>
                <a:ea typeface="Arial"/>
                <a:cs typeface="Arial"/>
              </a:defRPr>
            </a:lvl8pPr>
            <a:lvl9pPr>
              <a:defRPr sz="2025" b="0">
                <a:solidFill>
                  <a:srgbClr val="697274"/>
                </a:solidFill>
                <a:latin typeface="Arial"/>
                <a:ea typeface="Arial"/>
                <a:cs typeface="Arial"/>
              </a:defRPr>
            </a:lvl9pPr>
          </a:lstStyle>
          <a:p xmlns:a="http://schemas.openxmlformats.org/drawingml/2006/main">
            <a:pPr>
              <a:defRPr sz="2025" b="0">
                <a:solidFill>
                  <a:srgbClr val="697274"/>
                </a:solidFill>
                <a:latin typeface="Arial"/>
                <a:ea typeface="Arial"/>
                <a:cs typeface="Arial"/>
              </a:defRPr>
            </a:pPr>
            <a:r>
              <a:rPr sz="2025" b="0">
                <a:solidFill>
                  <a:srgbClr val="697274"/>
                </a:solidFill>
                <a:latin typeface="Arial"/>
                <a:ea typeface="Arial"/>
                <a:cs typeface="Arial"/>
              </a:rPr>
              <a:t>Giá lúc mua</a:t>
            </a:r>
          </a:p>
        </p:txBody>
      </p:sp>
      <p:sp>
        <p:nvSpPr>
          <p:cNvPr id="4" name="">
            <a:extLst xmlns:a="http://schemas.openxmlformats.org/drawingml/2006/main">
              <a:ext uri="{FF2B5EF4-FFF2-40B4-BE49-F238E27FC236}">
                <a16:creationId xmlns:a16="http://schemas.microsoft.com/office/drawing/2014/main" id="{78BB231F-F240-4101-AB2D-1177A1C6BE1C}"/>
              </a:ext>
            </a:extLst>
          </p:cNvPr>
          <p:cNvSpPr>
            <a:spLocks xmlns:a="http://schemas.openxmlformats.org/drawingml/2006/main" noGrp="1"/>
          </p:cNvSpPr>
          <p:nvPr/>
        </p:nvSpPr>
        <p:spPr>
          <a:xfrm xmlns:a="http://schemas.openxmlformats.org/drawingml/2006/main">
            <a:off x="609600" y="231457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45D59"/>
                </a:solidFill>
                <a:latin typeface="Arial"/>
                <a:ea typeface="Arial"/>
                <a:cs typeface="Arial"/>
              </a:defRPr>
            </a:defPPr>
            <a:lvl1pPr>
              <a:defRPr sz="4350" b="1">
                <a:solidFill>
                  <a:srgbClr val="145D59"/>
                </a:solidFill>
                <a:latin typeface="Arial"/>
                <a:ea typeface="Arial"/>
                <a:cs typeface="Arial"/>
              </a:defRPr>
            </a:lvl1pPr>
            <a:lvl2pPr>
              <a:defRPr sz="4350" b="1">
                <a:solidFill>
                  <a:srgbClr val="145D59"/>
                </a:solidFill>
                <a:latin typeface="Arial"/>
                <a:ea typeface="Arial"/>
                <a:cs typeface="Arial"/>
              </a:defRPr>
            </a:lvl2pPr>
            <a:lvl3pPr>
              <a:defRPr sz="4350" b="1">
                <a:solidFill>
                  <a:srgbClr val="145D59"/>
                </a:solidFill>
                <a:latin typeface="Arial"/>
                <a:ea typeface="Arial"/>
                <a:cs typeface="Arial"/>
              </a:defRPr>
            </a:lvl3pPr>
            <a:lvl4pPr>
              <a:defRPr sz="4350" b="1">
                <a:solidFill>
                  <a:srgbClr val="145D59"/>
                </a:solidFill>
                <a:latin typeface="Arial"/>
                <a:ea typeface="Arial"/>
                <a:cs typeface="Arial"/>
              </a:defRPr>
            </a:lvl4pPr>
            <a:lvl5pPr>
              <a:defRPr sz="4350" b="1">
                <a:solidFill>
                  <a:srgbClr val="145D59"/>
                </a:solidFill>
                <a:latin typeface="Arial"/>
                <a:ea typeface="Arial"/>
                <a:cs typeface="Arial"/>
              </a:defRPr>
            </a:lvl5pPr>
            <a:lvl6pPr>
              <a:defRPr sz="4350" b="1">
                <a:solidFill>
                  <a:srgbClr val="145D59"/>
                </a:solidFill>
                <a:latin typeface="Arial"/>
                <a:ea typeface="Arial"/>
                <a:cs typeface="Arial"/>
              </a:defRPr>
            </a:lvl6pPr>
            <a:lvl7pPr>
              <a:defRPr sz="4350" b="1">
                <a:solidFill>
                  <a:srgbClr val="145D59"/>
                </a:solidFill>
                <a:latin typeface="Arial"/>
                <a:ea typeface="Arial"/>
                <a:cs typeface="Arial"/>
              </a:defRPr>
            </a:lvl7pPr>
            <a:lvl8pPr>
              <a:defRPr sz="4350" b="1">
                <a:solidFill>
                  <a:srgbClr val="145D59"/>
                </a:solidFill>
                <a:latin typeface="Arial"/>
                <a:ea typeface="Arial"/>
                <a:cs typeface="Arial"/>
              </a:defRPr>
            </a:lvl8pPr>
            <a:lvl9pPr>
              <a:defRPr sz="4350" b="1">
                <a:solidFill>
                  <a:srgbClr val="145D59"/>
                </a:solidFill>
                <a:latin typeface="Arial"/>
                <a:ea typeface="Arial"/>
                <a:cs typeface="Arial"/>
              </a:defRPr>
            </a:lvl9pPr>
          </a:lstStyle>
          <a:p xmlns:a="http://schemas.openxmlformats.org/drawingml/2006/main">
            <a:pPr>
              <a:defRPr sz="4350" b="1">
                <a:solidFill>
                  <a:srgbClr val="145D59"/>
                </a:solidFill>
                <a:latin typeface="Arial"/>
                <a:ea typeface="Arial"/>
                <a:cs typeface="Arial"/>
              </a:defRPr>
            </a:pPr>
            <a:r>
              <a:rPr sz="4350" b="1">
                <a:solidFill>
                  <a:srgbClr val="145D59"/>
                </a:solidFill>
                <a:latin typeface="Arial"/>
                <a:ea typeface="Arial"/>
                <a:cs typeface="Arial"/>
              </a:rPr>
              <a:t>180.000 VND</a:t>
            </a:r>
          </a:p>
        </p:txBody>
      </p:sp>
      <p:sp>
        <p:nvSpPr>
          <p:cNvPr id="5" name="">
            <a:extLst xmlns:a="http://schemas.openxmlformats.org/drawingml/2006/main">
              <a:ext uri="{FF2B5EF4-FFF2-40B4-BE49-F238E27FC236}">
                <a16:creationId xmlns:a16="http://schemas.microsoft.com/office/drawing/2014/main" id="{9B54D158-AFF2-40F0-8048-C269DDC8E7A9}"/>
              </a:ext>
            </a:extLst>
          </p:cNvPr>
          <p:cNvSpPr>
            <a:spLocks xmlns:a="http://schemas.openxmlformats.org/drawingml/2006/main" noGrp="1"/>
          </p:cNvSpPr>
          <p:nvPr/>
        </p:nvSpPr>
        <p:spPr>
          <a:xfrm xmlns:a="http://schemas.openxmlformats.org/drawingml/2006/main">
            <a:off x="6572250" y="17145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97274"/>
                </a:solidFill>
                <a:latin typeface="Arial"/>
                <a:ea typeface="Arial"/>
                <a:cs typeface="Arial"/>
              </a:defRPr>
            </a:defPPr>
            <a:lvl1pPr>
              <a:defRPr sz="2025" b="0">
                <a:solidFill>
                  <a:srgbClr val="697274"/>
                </a:solidFill>
                <a:latin typeface="Arial"/>
                <a:ea typeface="Arial"/>
                <a:cs typeface="Arial"/>
              </a:defRPr>
            </a:lvl1pPr>
            <a:lvl2pPr>
              <a:defRPr sz="2025" b="0">
                <a:solidFill>
                  <a:srgbClr val="697274"/>
                </a:solidFill>
                <a:latin typeface="Arial"/>
                <a:ea typeface="Arial"/>
                <a:cs typeface="Arial"/>
              </a:defRPr>
            </a:lvl2pPr>
            <a:lvl3pPr>
              <a:defRPr sz="2025" b="0">
                <a:solidFill>
                  <a:srgbClr val="697274"/>
                </a:solidFill>
                <a:latin typeface="Arial"/>
                <a:ea typeface="Arial"/>
                <a:cs typeface="Arial"/>
              </a:defRPr>
            </a:lvl3pPr>
            <a:lvl4pPr>
              <a:defRPr sz="2025" b="0">
                <a:solidFill>
                  <a:srgbClr val="697274"/>
                </a:solidFill>
                <a:latin typeface="Arial"/>
                <a:ea typeface="Arial"/>
                <a:cs typeface="Arial"/>
              </a:defRPr>
            </a:lvl4pPr>
            <a:lvl5pPr>
              <a:defRPr sz="2025" b="0">
                <a:solidFill>
                  <a:srgbClr val="697274"/>
                </a:solidFill>
                <a:latin typeface="Arial"/>
                <a:ea typeface="Arial"/>
                <a:cs typeface="Arial"/>
              </a:defRPr>
            </a:lvl5pPr>
            <a:lvl6pPr>
              <a:defRPr sz="2025" b="0">
                <a:solidFill>
                  <a:srgbClr val="697274"/>
                </a:solidFill>
                <a:latin typeface="Arial"/>
                <a:ea typeface="Arial"/>
                <a:cs typeface="Arial"/>
              </a:defRPr>
            </a:lvl6pPr>
            <a:lvl7pPr>
              <a:defRPr sz="2025" b="0">
                <a:solidFill>
                  <a:srgbClr val="697274"/>
                </a:solidFill>
                <a:latin typeface="Arial"/>
                <a:ea typeface="Arial"/>
                <a:cs typeface="Arial"/>
              </a:defRPr>
            </a:lvl7pPr>
            <a:lvl8pPr>
              <a:defRPr sz="2025" b="0">
                <a:solidFill>
                  <a:srgbClr val="697274"/>
                </a:solidFill>
                <a:latin typeface="Arial"/>
                <a:ea typeface="Arial"/>
                <a:cs typeface="Arial"/>
              </a:defRPr>
            </a:lvl8pPr>
            <a:lvl9pPr>
              <a:defRPr sz="2025" b="0">
                <a:solidFill>
                  <a:srgbClr val="697274"/>
                </a:solidFill>
                <a:latin typeface="Arial"/>
                <a:ea typeface="Arial"/>
                <a:cs typeface="Arial"/>
              </a:defRPr>
            </a:lvl9pPr>
          </a:lstStyle>
          <a:p xmlns:a="http://schemas.openxmlformats.org/drawingml/2006/main">
            <a:pPr>
              <a:defRPr sz="2025" b="0">
                <a:solidFill>
                  <a:srgbClr val="697274"/>
                </a:solidFill>
                <a:latin typeface="Arial"/>
                <a:ea typeface="Arial"/>
                <a:cs typeface="Arial"/>
              </a:defRPr>
            </a:pPr>
            <a:r>
              <a:rPr sz="2025" b="0">
                <a:solidFill>
                  <a:srgbClr val="697274"/>
                </a:solidFill>
                <a:latin typeface="Arial"/>
                <a:ea typeface="Arial"/>
                <a:cs typeface="Arial"/>
              </a:rPr>
              <a:t>Giá sản phẩm sau khi sửa</a:t>
            </a:r>
          </a:p>
        </p:txBody>
      </p:sp>
      <p:sp>
        <p:nvSpPr>
          <p:cNvPr id="6" name="">
            <a:extLst xmlns:a="http://schemas.openxmlformats.org/drawingml/2006/main">
              <a:ext uri="{FF2B5EF4-FFF2-40B4-BE49-F238E27FC236}">
                <a16:creationId xmlns:a16="http://schemas.microsoft.com/office/drawing/2014/main" id="{28BADD6B-9ACD-4399-A142-4B643343CBCD}"/>
              </a:ext>
            </a:extLst>
          </p:cNvPr>
          <p:cNvSpPr>
            <a:spLocks xmlns:a="http://schemas.openxmlformats.org/drawingml/2006/main" noGrp="1"/>
          </p:cNvSpPr>
          <p:nvPr/>
        </p:nvSpPr>
        <p:spPr>
          <a:xfrm xmlns:a="http://schemas.openxmlformats.org/drawingml/2006/main">
            <a:off x="6572250" y="231457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242829"/>
                </a:solidFill>
                <a:latin typeface="Arial"/>
                <a:ea typeface="Arial"/>
                <a:cs typeface="Arial"/>
              </a:defRPr>
            </a:defPPr>
            <a:lvl1pPr>
              <a:defRPr sz="4350" b="1">
                <a:solidFill>
                  <a:srgbClr val="242829"/>
                </a:solidFill>
                <a:latin typeface="Arial"/>
                <a:ea typeface="Arial"/>
                <a:cs typeface="Arial"/>
              </a:defRPr>
            </a:lvl1pPr>
            <a:lvl2pPr>
              <a:defRPr sz="4350" b="1">
                <a:solidFill>
                  <a:srgbClr val="242829"/>
                </a:solidFill>
                <a:latin typeface="Arial"/>
                <a:ea typeface="Arial"/>
                <a:cs typeface="Arial"/>
              </a:defRPr>
            </a:lvl2pPr>
            <a:lvl3pPr>
              <a:defRPr sz="4350" b="1">
                <a:solidFill>
                  <a:srgbClr val="242829"/>
                </a:solidFill>
                <a:latin typeface="Arial"/>
                <a:ea typeface="Arial"/>
                <a:cs typeface="Arial"/>
              </a:defRPr>
            </a:lvl3pPr>
            <a:lvl4pPr>
              <a:defRPr sz="4350" b="1">
                <a:solidFill>
                  <a:srgbClr val="242829"/>
                </a:solidFill>
                <a:latin typeface="Arial"/>
                <a:ea typeface="Arial"/>
                <a:cs typeface="Arial"/>
              </a:defRPr>
            </a:lvl4pPr>
            <a:lvl5pPr>
              <a:defRPr sz="4350" b="1">
                <a:solidFill>
                  <a:srgbClr val="242829"/>
                </a:solidFill>
                <a:latin typeface="Arial"/>
                <a:ea typeface="Arial"/>
                <a:cs typeface="Arial"/>
              </a:defRPr>
            </a:lvl5pPr>
            <a:lvl6pPr>
              <a:defRPr sz="4350" b="1">
                <a:solidFill>
                  <a:srgbClr val="242829"/>
                </a:solidFill>
                <a:latin typeface="Arial"/>
                <a:ea typeface="Arial"/>
                <a:cs typeface="Arial"/>
              </a:defRPr>
            </a:lvl6pPr>
            <a:lvl7pPr>
              <a:defRPr sz="4350" b="1">
                <a:solidFill>
                  <a:srgbClr val="242829"/>
                </a:solidFill>
                <a:latin typeface="Arial"/>
                <a:ea typeface="Arial"/>
                <a:cs typeface="Arial"/>
              </a:defRPr>
            </a:lvl7pPr>
            <a:lvl8pPr>
              <a:defRPr sz="4350" b="1">
                <a:solidFill>
                  <a:srgbClr val="242829"/>
                </a:solidFill>
                <a:latin typeface="Arial"/>
                <a:ea typeface="Arial"/>
                <a:cs typeface="Arial"/>
              </a:defRPr>
            </a:lvl8pPr>
            <a:lvl9pPr>
              <a:defRPr sz="4350" b="1">
                <a:solidFill>
                  <a:srgbClr val="242829"/>
                </a:solidFill>
                <a:latin typeface="Arial"/>
                <a:ea typeface="Arial"/>
                <a:cs typeface="Arial"/>
              </a:defRPr>
            </a:lvl9pPr>
          </a:lstStyle>
          <a:p xmlns:a="http://schemas.openxmlformats.org/drawingml/2006/main">
            <a:pPr>
              <a:defRPr sz="4350" b="1">
                <a:solidFill>
                  <a:srgbClr val="242829"/>
                </a:solidFill>
                <a:latin typeface="Arial"/>
                <a:ea typeface="Arial"/>
                <a:cs typeface="Arial"/>
              </a:defRPr>
            </a:pPr>
            <a:r>
              <a:rPr sz="4350" b="1">
                <a:solidFill>
                  <a:srgbClr val="242829"/>
                </a:solidFill>
                <a:latin typeface="Arial"/>
                <a:ea typeface="Arial"/>
                <a:cs typeface="Arial"/>
              </a:rPr>
              <a:t>195.000 VND</a:t>
            </a:r>
          </a:p>
        </p:txBody>
      </p:sp>
      <p:sp>
        <p:nvSpPr>
          <p:cNvPr id="7" name="">
            <a:extLst xmlns:a="http://schemas.openxmlformats.org/drawingml/2006/main">
              <a:ext uri="{FF2B5EF4-FFF2-40B4-BE49-F238E27FC236}">
                <a16:creationId xmlns:a16="http://schemas.microsoft.com/office/drawing/2014/main" id="{2D502E24-DB61-424B-A5B9-4FCDEC7C92C0}"/>
              </a:ext>
            </a:extLst>
          </p:cNvPr>
          <p:cNvSpPr>
            <a:spLocks xmlns:a="http://schemas.openxmlformats.org/drawingml/2006/main" noGrp="1"/>
          </p:cNvSpPr>
          <p:nvPr/>
        </p:nvSpPr>
        <p:spPr>
          <a:xfrm xmlns:a="http://schemas.openxmlformats.org/drawingml/2006/main">
            <a:off x="609600" y="3714750"/>
            <a:ext cx="10906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42829"/>
                </a:solidFill>
                <a:latin typeface="Consolas"/>
                <a:ea typeface="Consolas"/>
                <a:cs typeface="Consolas"/>
              </a:defRPr>
            </a:defPPr>
            <a:lvl1pPr>
              <a:defRPr sz="1950" b="0">
                <a:solidFill>
                  <a:srgbClr val="242829"/>
                </a:solidFill>
                <a:latin typeface="Consolas"/>
                <a:ea typeface="Consolas"/>
                <a:cs typeface="Consolas"/>
              </a:defRPr>
            </a:lvl1pPr>
            <a:lvl2pPr>
              <a:defRPr sz="1950" b="0">
                <a:solidFill>
                  <a:srgbClr val="242829"/>
                </a:solidFill>
                <a:latin typeface="Consolas"/>
                <a:ea typeface="Consolas"/>
                <a:cs typeface="Consolas"/>
              </a:defRPr>
            </a:lvl2pPr>
            <a:lvl3pPr>
              <a:defRPr sz="1950" b="0">
                <a:solidFill>
                  <a:srgbClr val="242829"/>
                </a:solidFill>
                <a:latin typeface="Consolas"/>
                <a:ea typeface="Consolas"/>
                <a:cs typeface="Consolas"/>
              </a:defRPr>
            </a:lvl3pPr>
            <a:lvl4pPr>
              <a:defRPr sz="1950" b="0">
                <a:solidFill>
                  <a:srgbClr val="242829"/>
                </a:solidFill>
                <a:latin typeface="Consolas"/>
                <a:ea typeface="Consolas"/>
                <a:cs typeface="Consolas"/>
              </a:defRPr>
            </a:lvl4pPr>
            <a:lvl5pPr>
              <a:defRPr sz="1950" b="0">
                <a:solidFill>
                  <a:srgbClr val="242829"/>
                </a:solidFill>
                <a:latin typeface="Consolas"/>
                <a:ea typeface="Consolas"/>
                <a:cs typeface="Consolas"/>
              </a:defRPr>
            </a:lvl5pPr>
            <a:lvl6pPr>
              <a:defRPr sz="1950" b="0">
                <a:solidFill>
                  <a:srgbClr val="242829"/>
                </a:solidFill>
                <a:latin typeface="Consolas"/>
                <a:ea typeface="Consolas"/>
                <a:cs typeface="Consolas"/>
              </a:defRPr>
            </a:lvl6pPr>
            <a:lvl7pPr>
              <a:defRPr sz="1950" b="0">
                <a:solidFill>
                  <a:srgbClr val="242829"/>
                </a:solidFill>
                <a:latin typeface="Consolas"/>
                <a:ea typeface="Consolas"/>
                <a:cs typeface="Consolas"/>
              </a:defRPr>
            </a:lvl7pPr>
            <a:lvl8pPr>
              <a:defRPr sz="1950" b="0">
                <a:solidFill>
                  <a:srgbClr val="242829"/>
                </a:solidFill>
                <a:latin typeface="Consolas"/>
                <a:ea typeface="Consolas"/>
                <a:cs typeface="Consolas"/>
              </a:defRPr>
            </a:lvl8pPr>
            <a:lvl9pPr>
              <a:defRPr sz="1950" b="0">
                <a:solidFill>
                  <a:srgbClr val="242829"/>
                </a:solidFill>
                <a:latin typeface="Consolas"/>
                <a:ea typeface="Consolas"/>
                <a:cs typeface="Consolas"/>
              </a:defRPr>
            </a:lvl9pPr>
          </a:lstStyle>
          <a:p xmlns:a="http://schemas.openxmlformats.org/drawingml/2006/main">
            <a:pPr>
              <a:defRPr sz="1950" b="0">
                <a:solidFill>
                  <a:srgbClr val="242829"/>
                </a:solidFill>
                <a:latin typeface="Consolas"/>
                <a:ea typeface="Consolas"/>
                <a:cs typeface="Consolas"/>
              </a:defRPr>
            </a:pPr>
            <a:r>
              <a:rPr sz="1950" b="0">
                <a:solidFill>
                  <a:srgbClr val="242829"/>
                </a:solidFill>
                <a:latin typeface="Consolas"/>
                <a:ea typeface="Consolas"/>
                <a:cs typeface="Consolas"/>
              </a:rPr>
              <a:t>items: [{ name: "Áo thun Cotton",</a:t>
            </a:r>
          </a:p>
          <a:p xmlns:a="http://schemas.openxmlformats.org/drawingml/2006/main">
            <a:pPr>
              <a:defRPr sz="1950" b="0">
                <a:solidFill>
                  <a:srgbClr val="242829"/>
                </a:solidFill>
                <a:latin typeface="Consolas"/>
                <a:ea typeface="Consolas"/>
                <a:cs typeface="Consolas"/>
              </a:defRPr>
            </a:pPr>
            <a:r>
              <a:rPr sz="1950" b="0">
                <a:solidFill>
                  <a:srgbClr val="242829"/>
                </a:solidFill>
                <a:latin typeface="Consolas"/>
                <a:ea typeface="Consolas"/>
                <a:cs typeface="Consolas"/>
              </a:rPr>
              <a:t>  variant: { options: {color:"Đen", size:"M"} },</a:t>
            </a:r>
          </a:p>
          <a:p xmlns:a="http://schemas.openxmlformats.org/drawingml/2006/main">
            <a:pPr>
              <a:defRPr sz="1950" b="0">
                <a:solidFill>
                  <a:srgbClr val="242829"/>
                </a:solidFill>
                <a:latin typeface="Consolas"/>
                <a:ea typeface="Consolas"/>
                <a:cs typeface="Consolas"/>
              </a:defRPr>
            </a:pPr>
            <a:r>
              <a:rPr sz="1950" b="0">
                <a:solidFill>
                  <a:srgbClr val="242829"/>
                </a:solidFill>
                <a:latin typeface="Consolas"/>
                <a:ea typeface="Consolas"/>
                <a:cs typeface="Consolas"/>
              </a:rPr>
              <a:t>  unitPrice: NumberLong(180000),</a:t>
            </a:r>
          </a:p>
          <a:p xmlns:a="http://schemas.openxmlformats.org/drawingml/2006/main">
            <a:pPr>
              <a:defRPr sz="1950" b="0">
                <a:solidFill>
                  <a:srgbClr val="242829"/>
                </a:solidFill>
                <a:latin typeface="Consolas"/>
                <a:ea typeface="Consolas"/>
                <a:cs typeface="Consolas"/>
              </a:defRPr>
            </a:pPr>
            <a:r>
              <a:rPr sz="1950" b="0">
                <a:solidFill>
                  <a:srgbClr val="242829"/>
                </a:solidFill>
                <a:latin typeface="Consolas"/>
                <a:ea typeface="Consolas"/>
                <a:cs typeface="Consolas"/>
              </a:rPr>
              <a:t>  quantity: 2, lineTotal: NumberLong(360000) }]</a:t>
            </a:r>
          </a:p>
        </p:txBody>
      </p:sp>
      <p:sp>
        <p:nvSpPr>
          <p:cNvPr id="8" name="">
            <a:extLst xmlns:a="http://schemas.openxmlformats.org/drawingml/2006/main">
              <a:ext uri="{FF2B5EF4-FFF2-40B4-BE49-F238E27FC236}">
                <a16:creationId xmlns:a16="http://schemas.microsoft.com/office/drawing/2014/main" id="{575F999E-F4A8-4087-9FB4-361405824675}"/>
              </a:ext>
            </a:extLst>
          </p:cNvPr>
          <p:cNvSpPr>
            <a:spLocks xmlns:a="http://schemas.openxmlformats.org/drawingml/2006/main" noGrp="1"/>
          </p:cNvSpPr>
          <p:nvPr/>
        </p:nvSpPr>
        <p:spPr>
          <a:xfrm xmlns:a="http://schemas.openxmlformats.org/drawingml/2006/main">
            <a:off x="60960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Hóa đơn hiển thị và báo cáo từ dữ liệu nhúng trong items</a:t>
            </a:r>
          </a:p>
        </p:txBody>
      </p:sp>
    </p:spTree>
    <p:extLst>
      <p:ext uri="{BB962C8B-B14F-4D97-AF65-F5344CB8AC3E}">
        <p14:creationId xmlns:p14="http://schemas.microsoft.com/office/powerpoint/2010/main" val="9878539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6AC1B3-838F-4B8C-9A92-ADB2F663D526}"/>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Aggregation doanh thu theo thời gian</a:t>
            </a:r>
          </a:p>
        </p:txBody>
      </p:sp>
      <p:sp>
        <p:nvSpPr>
          <p:cNvPr id="2" name="">
            <a:extLst xmlns:a="http://schemas.openxmlformats.org/drawingml/2006/main">
              <a:ext uri="{FF2B5EF4-FFF2-40B4-BE49-F238E27FC236}">
                <a16:creationId xmlns:a16="http://schemas.microsoft.com/office/drawing/2014/main" id="{41F663BA-4FBB-4210-BBD5-8E4F293D40D8}"/>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6E9E7F4-CC16-446E-BAE1-65B2E6538FAD}"/>
              </a:ext>
            </a:extLst>
          </p:cNvPr>
          <p:cNvSpPr>
            <a:spLocks xmlns:a="http://schemas.openxmlformats.org/drawingml/2006/main" noGrp="1"/>
          </p:cNvSpPr>
          <p:nvPr/>
        </p:nvSpPr>
        <p:spPr>
          <a:xfrm xmlns:a="http://schemas.openxmlformats.org/drawingml/2006/main">
            <a:off x="609600" y="195262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45D59"/>
                </a:solidFill>
                <a:latin typeface="Consolas"/>
                <a:ea typeface="Consolas"/>
                <a:cs typeface="Consolas"/>
              </a:defRPr>
            </a:defPPr>
            <a:lvl1pPr>
              <a:defRPr sz="3150" b="1">
                <a:solidFill>
                  <a:srgbClr val="145D59"/>
                </a:solidFill>
                <a:latin typeface="Consolas"/>
                <a:ea typeface="Consolas"/>
                <a:cs typeface="Consolas"/>
              </a:defRPr>
            </a:lvl1pPr>
            <a:lvl2pPr>
              <a:defRPr sz="3150" b="1">
                <a:solidFill>
                  <a:srgbClr val="145D59"/>
                </a:solidFill>
                <a:latin typeface="Consolas"/>
                <a:ea typeface="Consolas"/>
                <a:cs typeface="Consolas"/>
              </a:defRPr>
            </a:lvl2pPr>
            <a:lvl3pPr>
              <a:defRPr sz="3150" b="1">
                <a:solidFill>
                  <a:srgbClr val="145D59"/>
                </a:solidFill>
                <a:latin typeface="Consolas"/>
                <a:ea typeface="Consolas"/>
                <a:cs typeface="Consolas"/>
              </a:defRPr>
            </a:lvl3pPr>
            <a:lvl4pPr>
              <a:defRPr sz="3150" b="1">
                <a:solidFill>
                  <a:srgbClr val="145D59"/>
                </a:solidFill>
                <a:latin typeface="Consolas"/>
                <a:ea typeface="Consolas"/>
                <a:cs typeface="Consolas"/>
              </a:defRPr>
            </a:lvl4pPr>
            <a:lvl5pPr>
              <a:defRPr sz="3150" b="1">
                <a:solidFill>
                  <a:srgbClr val="145D59"/>
                </a:solidFill>
                <a:latin typeface="Consolas"/>
                <a:ea typeface="Consolas"/>
                <a:cs typeface="Consolas"/>
              </a:defRPr>
            </a:lvl5pPr>
            <a:lvl6pPr>
              <a:defRPr sz="3150" b="1">
                <a:solidFill>
                  <a:srgbClr val="145D59"/>
                </a:solidFill>
                <a:latin typeface="Consolas"/>
                <a:ea typeface="Consolas"/>
                <a:cs typeface="Consolas"/>
              </a:defRPr>
            </a:lvl6pPr>
            <a:lvl7pPr>
              <a:defRPr sz="3150" b="1">
                <a:solidFill>
                  <a:srgbClr val="145D59"/>
                </a:solidFill>
                <a:latin typeface="Consolas"/>
                <a:ea typeface="Consolas"/>
                <a:cs typeface="Consolas"/>
              </a:defRPr>
            </a:lvl7pPr>
            <a:lvl8pPr>
              <a:defRPr sz="3150" b="1">
                <a:solidFill>
                  <a:srgbClr val="145D59"/>
                </a:solidFill>
                <a:latin typeface="Consolas"/>
                <a:ea typeface="Consolas"/>
                <a:cs typeface="Consolas"/>
              </a:defRPr>
            </a:lvl8pPr>
            <a:lvl9pPr>
              <a:defRPr sz="3150" b="1">
                <a:solidFill>
                  <a:srgbClr val="145D59"/>
                </a:solidFill>
                <a:latin typeface="Consolas"/>
                <a:ea typeface="Consolas"/>
                <a:cs typeface="Consolas"/>
              </a:defRPr>
            </a:lvl9pPr>
          </a:lstStyle>
          <a:p xmlns:a="http://schemas.openxmlformats.org/drawingml/2006/main">
            <a:pPr>
              <a:defRPr sz="3150" b="1">
                <a:solidFill>
                  <a:srgbClr val="145D59"/>
                </a:solidFill>
                <a:latin typeface="Consolas"/>
                <a:ea typeface="Consolas"/>
                <a:cs typeface="Consolas"/>
              </a:defRPr>
            </a:pPr>
            <a:r>
              <a:rPr sz="3150" b="1">
                <a:solidFill>
                  <a:srgbClr val="145D59"/>
                </a:solidFill>
                <a:latin typeface="Consolas"/>
                <a:ea typeface="Consolas"/>
                <a:cs typeface="Consolas"/>
              </a:rPr>
              <a:t>$match</a:t>
            </a:r>
          </a:p>
        </p:txBody>
      </p:sp>
      <p:sp>
        <p:nvSpPr>
          <p:cNvPr id="4" name="">
            <a:extLst xmlns:a="http://schemas.openxmlformats.org/drawingml/2006/main">
              <a:ext uri="{FF2B5EF4-FFF2-40B4-BE49-F238E27FC236}">
                <a16:creationId xmlns:a16="http://schemas.microsoft.com/office/drawing/2014/main" id="{7C37C77C-1228-4B7B-BE7A-A49F79545CD0}"/>
              </a:ext>
            </a:extLst>
          </p:cNvPr>
          <p:cNvSpPr>
            <a:spLocks xmlns:a="http://schemas.openxmlformats.org/drawingml/2006/main" noGrp="1"/>
          </p:cNvSpPr>
          <p:nvPr/>
        </p:nvSpPr>
        <p:spPr>
          <a:xfrm xmlns:a="http://schemas.openxmlformats.org/drawingml/2006/main">
            <a:off x="3667125" y="2028825"/>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829"/>
                </a:solidFill>
                <a:latin typeface="Arial"/>
                <a:ea typeface="Arial"/>
                <a:cs typeface="Arial"/>
              </a:defRPr>
            </a:defPPr>
            <a:lvl1pPr>
              <a:defRPr sz="2175" b="0">
                <a:solidFill>
                  <a:srgbClr val="242829"/>
                </a:solidFill>
                <a:latin typeface="Arial"/>
                <a:ea typeface="Arial"/>
                <a:cs typeface="Arial"/>
              </a:defRPr>
            </a:lvl1pPr>
            <a:lvl2pPr>
              <a:defRPr sz="2175" b="0">
                <a:solidFill>
                  <a:srgbClr val="242829"/>
                </a:solidFill>
                <a:latin typeface="Arial"/>
                <a:ea typeface="Arial"/>
                <a:cs typeface="Arial"/>
              </a:defRPr>
            </a:lvl2pPr>
            <a:lvl3pPr>
              <a:defRPr sz="2175" b="0">
                <a:solidFill>
                  <a:srgbClr val="242829"/>
                </a:solidFill>
                <a:latin typeface="Arial"/>
                <a:ea typeface="Arial"/>
                <a:cs typeface="Arial"/>
              </a:defRPr>
            </a:lvl3pPr>
            <a:lvl4pPr>
              <a:defRPr sz="2175" b="0">
                <a:solidFill>
                  <a:srgbClr val="242829"/>
                </a:solidFill>
                <a:latin typeface="Arial"/>
                <a:ea typeface="Arial"/>
                <a:cs typeface="Arial"/>
              </a:defRPr>
            </a:lvl4pPr>
            <a:lvl5pPr>
              <a:defRPr sz="2175" b="0">
                <a:solidFill>
                  <a:srgbClr val="242829"/>
                </a:solidFill>
                <a:latin typeface="Arial"/>
                <a:ea typeface="Arial"/>
                <a:cs typeface="Arial"/>
              </a:defRPr>
            </a:lvl5pPr>
            <a:lvl6pPr>
              <a:defRPr sz="2175" b="0">
                <a:solidFill>
                  <a:srgbClr val="242829"/>
                </a:solidFill>
                <a:latin typeface="Arial"/>
                <a:ea typeface="Arial"/>
                <a:cs typeface="Arial"/>
              </a:defRPr>
            </a:lvl6pPr>
            <a:lvl7pPr>
              <a:defRPr sz="2175" b="0">
                <a:solidFill>
                  <a:srgbClr val="242829"/>
                </a:solidFill>
                <a:latin typeface="Arial"/>
                <a:ea typeface="Arial"/>
                <a:cs typeface="Arial"/>
              </a:defRPr>
            </a:lvl7pPr>
            <a:lvl8pPr>
              <a:defRPr sz="2175" b="0">
                <a:solidFill>
                  <a:srgbClr val="242829"/>
                </a:solidFill>
                <a:latin typeface="Arial"/>
                <a:ea typeface="Arial"/>
                <a:cs typeface="Arial"/>
              </a:defRPr>
            </a:lvl8pPr>
            <a:lvl9pPr>
              <a:defRPr sz="2175" b="0">
                <a:solidFill>
                  <a:srgbClr val="242829"/>
                </a:solidFill>
                <a:latin typeface="Arial"/>
                <a:ea typeface="Arial"/>
                <a:cs typeface="Arial"/>
              </a:defRPr>
            </a:lvl9pPr>
          </a:lstStyle>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Đơn Completed trong khoảng createdAt</a:t>
            </a:r>
          </a:p>
        </p:txBody>
      </p:sp>
      <p:sp>
        <p:nvSpPr>
          <p:cNvPr id="5" name="">
            <a:extLst xmlns:a="http://schemas.openxmlformats.org/drawingml/2006/main">
              <a:ext uri="{FF2B5EF4-FFF2-40B4-BE49-F238E27FC236}">
                <a16:creationId xmlns:a16="http://schemas.microsoft.com/office/drawing/2014/main" id="{9D278313-D677-4E12-A636-72FACBB8EB9B}"/>
              </a:ext>
            </a:extLst>
          </p:cNvPr>
          <p:cNvSpPr>
            <a:spLocks xmlns:a="http://schemas.openxmlformats.org/drawingml/2006/main" noGrp="1"/>
          </p:cNvSpPr>
          <p:nvPr/>
        </p:nvSpPr>
        <p:spPr>
          <a:xfrm xmlns:a="http://schemas.openxmlformats.org/drawingml/2006/main">
            <a:off x="609600" y="309562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45D59"/>
                </a:solidFill>
                <a:latin typeface="Consolas"/>
                <a:ea typeface="Consolas"/>
                <a:cs typeface="Consolas"/>
              </a:defRPr>
            </a:defPPr>
            <a:lvl1pPr>
              <a:defRPr sz="3150" b="1">
                <a:solidFill>
                  <a:srgbClr val="145D59"/>
                </a:solidFill>
                <a:latin typeface="Consolas"/>
                <a:ea typeface="Consolas"/>
                <a:cs typeface="Consolas"/>
              </a:defRPr>
            </a:lvl1pPr>
            <a:lvl2pPr>
              <a:defRPr sz="3150" b="1">
                <a:solidFill>
                  <a:srgbClr val="145D59"/>
                </a:solidFill>
                <a:latin typeface="Consolas"/>
                <a:ea typeface="Consolas"/>
                <a:cs typeface="Consolas"/>
              </a:defRPr>
            </a:lvl2pPr>
            <a:lvl3pPr>
              <a:defRPr sz="3150" b="1">
                <a:solidFill>
                  <a:srgbClr val="145D59"/>
                </a:solidFill>
                <a:latin typeface="Consolas"/>
                <a:ea typeface="Consolas"/>
                <a:cs typeface="Consolas"/>
              </a:defRPr>
            </a:lvl3pPr>
            <a:lvl4pPr>
              <a:defRPr sz="3150" b="1">
                <a:solidFill>
                  <a:srgbClr val="145D59"/>
                </a:solidFill>
                <a:latin typeface="Consolas"/>
                <a:ea typeface="Consolas"/>
                <a:cs typeface="Consolas"/>
              </a:defRPr>
            </a:lvl4pPr>
            <a:lvl5pPr>
              <a:defRPr sz="3150" b="1">
                <a:solidFill>
                  <a:srgbClr val="145D59"/>
                </a:solidFill>
                <a:latin typeface="Consolas"/>
                <a:ea typeface="Consolas"/>
                <a:cs typeface="Consolas"/>
              </a:defRPr>
            </a:lvl5pPr>
            <a:lvl6pPr>
              <a:defRPr sz="3150" b="1">
                <a:solidFill>
                  <a:srgbClr val="145D59"/>
                </a:solidFill>
                <a:latin typeface="Consolas"/>
                <a:ea typeface="Consolas"/>
                <a:cs typeface="Consolas"/>
              </a:defRPr>
            </a:lvl6pPr>
            <a:lvl7pPr>
              <a:defRPr sz="3150" b="1">
                <a:solidFill>
                  <a:srgbClr val="145D59"/>
                </a:solidFill>
                <a:latin typeface="Consolas"/>
                <a:ea typeface="Consolas"/>
                <a:cs typeface="Consolas"/>
              </a:defRPr>
            </a:lvl7pPr>
            <a:lvl8pPr>
              <a:defRPr sz="3150" b="1">
                <a:solidFill>
                  <a:srgbClr val="145D59"/>
                </a:solidFill>
                <a:latin typeface="Consolas"/>
                <a:ea typeface="Consolas"/>
                <a:cs typeface="Consolas"/>
              </a:defRPr>
            </a:lvl8pPr>
            <a:lvl9pPr>
              <a:defRPr sz="3150" b="1">
                <a:solidFill>
                  <a:srgbClr val="145D59"/>
                </a:solidFill>
                <a:latin typeface="Consolas"/>
                <a:ea typeface="Consolas"/>
                <a:cs typeface="Consolas"/>
              </a:defRPr>
            </a:lvl9pPr>
          </a:lstStyle>
          <a:p xmlns:a="http://schemas.openxmlformats.org/drawingml/2006/main">
            <a:pPr>
              <a:defRPr sz="3150" b="1">
                <a:solidFill>
                  <a:srgbClr val="145D59"/>
                </a:solidFill>
                <a:latin typeface="Consolas"/>
                <a:ea typeface="Consolas"/>
                <a:cs typeface="Consolas"/>
              </a:defRPr>
            </a:pPr>
            <a:r>
              <a:rPr sz="3150" b="1">
                <a:solidFill>
                  <a:srgbClr val="145D59"/>
                </a:solidFill>
                <a:latin typeface="Consolas"/>
                <a:ea typeface="Consolas"/>
                <a:cs typeface="Consolas"/>
              </a:rPr>
              <a:t>$group</a:t>
            </a:r>
          </a:p>
        </p:txBody>
      </p:sp>
      <p:sp>
        <p:nvSpPr>
          <p:cNvPr id="6" name="">
            <a:extLst xmlns:a="http://schemas.openxmlformats.org/drawingml/2006/main">
              <a:ext uri="{FF2B5EF4-FFF2-40B4-BE49-F238E27FC236}">
                <a16:creationId xmlns:a16="http://schemas.microsoft.com/office/drawing/2014/main" id="{E15DD1E5-3E0C-4949-A138-4A6C7FE44177}"/>
              </a:ext>
            </a:extLst>
          </p:cNvPr>
          <p:cNvSpPr>
            <a:spLocks xmlns:a="http://schemas.openxmlformats.org/drawingml/2006/main" noGrp="1"/>
          </p:cNvSpPr>
          <p:nvPr/>
        </p:nvSpPr>
        <p:spPr>
          <a:xfrm xmlns:a="http://schemas.openxmlformats.org/drawingml/2006/main">
            <a:off x="3667125" y="3171825"/>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829"/>
                </a:solidFill>
                <a:latin typeface="Arial"/>
                <a:ea typeface="Arial"/>
                <a:cs typeface="Arial"/>
              </a:defRPr>
            </a:defPPr>
            <a:lvl1pPr>
              <a:defRPr sz="2175" b="0">
                <a:solidFill>
                  <a:srgbClr val="242829"/>
                </a:solidFill>
                <a:latin typeface="Arial"/>
                <a:ea typeface="Arial"/>
                <a:cs typeface="Arial"/>
              </a:defRPr>
            </a:lvl1pPr>
            <a:lvl2pPr>
              <a:defRPr sz="2175" b="0">
                <a:solidFill>
                  <a:srgbClr val="242829"/>
                </a:solidFill>
                <a:latin typeface="Arial"/>
                <a:ea typeface="Arial"/>
                <a:cs typeface="Arial"/>
              </a:defRPr>
            </a:lvl2pPr>
            <a:lvl3pPr>
              <a:defRPr sz="2175" b="0">
                <a:solidFill>
                  <a:srgbClr val="242829"/>
                </a:solidFill>
                <a:latin typeface="Arial"/>
                <a:ea typeface="Arial"/>
                <a:cs typeface="Arial"/>
              </a:defRPr>
            </a:lvl3pPr>
            <a:lvl4pPr>
              <a:defRPr sz="2175" b="0">
                <a:solidFill>
                  <a:srgbClr val="242829"/>
                </a:solidFill>
                <a:latin typeface="Arial"/>
                <a:ea typeface="Arial"/>
                <a:cs typeface="Arial"/>
              </a:defRPr>
            </a:lvl4pPr>
            <a:lvl5pPr>
              <a:defRPr sz="2175" b="0">
                <a:solidFill>
                  <a:srgbClr val="242829"/>
                </a:solidFill>
                <a:latin typeface="Arial"/>
                <a:ea typeface="Arial"/>
                <a:cs typeface="Arial"/>
              </a:defRPr>
            </a:lvl5pPr>
            <a:lvl6pPr>
              <a:defRPr sz="2175" b="0">
                <a:solidFill>
                  <a:srgbClr val="242829"/>
                </a:solidFill>
                <a:latin typeface="Arial"/>
                <a:ea typeface="Arial"/>
                <a:cs typeface="Arial"/>
              </a:defRPr>
            </a:lvl6pPr>
            <a:lvl7pPr>
              <a:defRPr sz="2175" b="0">
                <a:solidFill>
                  <a:srgbClr val="242829"/>
                </a:solidFill>
                <a:latin typeface="Arial"/>
                <a:ea typeface="Arial"/>
                <a:cs typeface="Arial"/>
              </a:defRPr>
            </a:lvl7pPr>
            <a:lvl8pPr>
              <a:defRPr sz="2175" b="0">
                <a:solidFill>
                  <a:srgbClr val="242829"/>
                </a:solidFill>
                <a:latin typeface="Arial"/>
                <a:ea typeface="Arial"/>
                <a:cs typeface="Arial"/>
              </a:defRPr>
            </a:lvl8pPr>
            <a:lvl9pPr>
              <a:defRPr sz="2175" b="0">
                <a:solidFill>
                  <a:srgbClr val="242829"/>
                </a:solidFill>
                <a:latin typeface="Arial"/>
                <a:ea typeface="Arial"/>
                <a:cs typeface="Arial"/>
              </a:defRPr>
            </a:lvl9pPr>
          </a:lstStyle>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Nhóm ngày hoặc tháng, cộng total</a:t>
            </a:r>
          </a:p>
        </p:txBody>
      </p:sp>
      <p:sp>
        <p:nvSpPr>
          <p:cNvPr id="7" name="">
            <a:extLst xmlns:a="http://schemas.openxmlformats.org/drawingml/2006/main">
              <a:ext uri="{FF2B5EF4-FFF2-40B4-BE49-F238E27FC236}">
                <a16:creationId xmlns:a16="http://schemas.microsoft.com/office/drawing/2014/main" id="{98F10A51-007E-4A45-A8BD-630AD2A13DAE}"/>
              </a:ext>
            </a:extLst>
          </p:cNvPr>
          <p:cNvSpPr>
            <a:spLocks xmlns:a="http://schemas.openxmlformats.org/drawingml/2006/main" noGrp="1"/>
          </p:cNvSpPr>
          <p:nvPr/>
        </p:nvSpPr>
        <p:spPr>
          <a:xfrm xmlns:a="http://schemas.openxmlformats.org/drawingml/2006/main">
            <a:off x="609600" y="4238625"/>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45D59"/>
                </a:solidFill>
                <a:latin typeface="Consolas"/>
                <a:ea typeface="Consolas"/>
                <a:cs typeface="Consolas"/>
              </a:defRPr>
            </a:defPPr>
            <a:lvl1pPr>
              <a:defRPr sz="3150" b="1">
                <a:solidFill>
                  <a:srgbClr val="145D59"/>
                </a:solidFill>
                <a:latin typeface="Consolas"/>
                <a:ea typeface="Consolas"/>
                <a:cs typeface="Consolas"/>
              </a:defRPr>
            </a:lvl1pPr>
            <a:lvl2pPr>
              <a:defRPr sz="3150" b="1">
                <a:solidFill>
                  <a:srgbClr val="145D59"/>
                </a:solidFill>
                <a:latin typeface="Consolas"/>
                <a:ea typeface="Consolas"/>
                <a:cs typeface="Consolas"/>
              </a:defRPr>
            </a:lvl2pPr>
            <a:lvl3pPr>
              <a:defRPr sz="3150" b="1">
                <a:solidFill>
                  <a:srgbClr val="145D59"/>
                </a:solidFill>
                <a:latin typeface="Consolas"/>
                <a:ea typeface="Consolas"/>
                <a:cs typeface="Consolas"/>
              </a:defRPr>
            </a:lvl3pPr>
            <a:lvl4pPr>
              <a:defRPr sz="3150" b="1">
                <a:solidFill>
                  <a:srgbClr val="145D59"/>
                </a:solidFill>
                <a:latin typeface="Consolas"/>
                <a:ea typeface="Consolas"/>
                <a:cs typeface="Consolas"/>
              </a:defRPr>
            </a:lvl4pPr>
            <a:lvl5pPr>
              <a:defRPr sz="3150" b="1">
                <a:solidFill>
                  <a:srgbClr val="145D59"/>
                </a:solidFill>
                <a:latin typeface="Consolas"/>
                <a:ea typeface="Consolas"/>
                <a:cs typeface="Consolas"/>
              </a:defRPr>
            </a:lvl5pPr>
            <a:lvl6pPr>
              <a:defRPr sz="3150" b="1">
                <a:solidFill>
                  <a:srgbClr val="145D59"/>
                </a:solidFill>
                <a:latin typeface="Consolas"/>
                <a:ea typeface="Consolas"/>
                <a:cs typeface="Consolas"/>
              </a:defRPr>
            </a:lvl6pPr>
            <a:lvl7pPr>
              <a:defRPr sz="3150" b="1">
                <a:solidFill>
                  <a:srgbClr val="145D59"/>
                </a:solidFill>
                <a:latin typeface="Consolas"/>
                <a:ea typeface="Consolas"/>
                <a:cs typeface="Consolas"/>
              </a:defRPr>
            </a:lvl7pPr>
            <a:lvl8pPr>
              <a:defRPr sz="3150" b="1">
                <a:solidFill>
                  <a:srgbClr val="145D59"/>
                </a:solidFill>
                <a:latin typeface="Consolas"/>
                <a:ea typeface="Consolas"/>
                <a:cs typeface="Consolas"/>
              </a:defRPr>
            </a:lvl8pPr>
            <a:lvl9pPr>
              <a:defRPr sz="3150" b="1">
                <a:solidFill>
                  <a:srgbClr val="145D59"/>
                </a:solidFill>
                <a:latin typeface="Consolas"/>
                <a:ea typeface="Consolas"/>
                <a:cs typeface="Consolas"/>
              </a:defRPr>
            </a:lvl9pPr>
          </a:lstStyle>
          <a:p xmlns:a="http://schemas.openxmlformats.org/drawingml/2006/main">
            <a:pPr>
              <a:defRPr sz="3150" b="1">
                <a:solidFill>
                  <a:srgbClr val="145D59"/>
                </a:solidFill>
                <a:latin typeface="Consolas"/>
                <a:ea typeface="Consolas"/>
                <a:cs typeface="Consolas"/>
              </a:defRPr>
            </a:pPr>
            <a:r>
              <a:rPr sz="3150" b="1">
                <a:solidFill>
                  <a:srgbClr val="145D59"/>
                </a:solidFill>
                <a:latin typeface="Consolas"/>
                <a:ea typeface="Consolas"/>
                <a:cs typeface="Consolas"/>
              </a:rPr>
              <a:t>$sort</a:t>
            </a:r>
          </a:p>
        </p:txBody>
      </p:sp>
      <p:sp>
        <p:nvSpPr>
          <p:cNvPr id="8" name="">
            <a:extLst xmlns:a="http://schemas.openxmlformats.org/drawingml/2006/main">
              <a:ext uri="{FF2B5EF4-FFF2-40B4-BE49-F238E27FC236}">
                <a16:creationId xmlns:a16="http://schemas.microsoft.com/office/drawing/2014/main" id="{8C9897CD-28A7-4686-97EA-E7D1022638EE}"/>
              </a:ext>
            </a:extLst>
          </p:cNvPr>
          <p:cNvSpPr>
            <a:spLocks xmlns:a="http://schemas.openxmlformats.org/drawingml/2006/main" noGrp="1"/>
          </p:cNvSpPr>
          <p:nvPr/>
        </p:nvSpPr>
        <p:spPr>
          <a:xfrm xmlns:a="http://schemas.openxmlformats.org/drawingml/2006/main">
            <a:off x="3667125" y="4314825"/>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2829"/>
                </a:solidFill>
                <a:latin typeface="Arial"/>
                <a:ea typeface="Arial"/>
                <a:cs typeface="Arial"/>
              </a:defRPr>
            </a:defPPr>
            <a:lvl1pPr>
              <a:defRPr sz="2175" b="0">
                <a:solidFill>
                  <a:srgbClr val="242829"/>
                </a:solidFill>
                <a:latin typeface="Arial"/>
                <a:ea typeface="Arial"/>
                <a:cs typeface="Arial"/>
              </a:defRPr>
            </a:lvl1pPr>
            <a:lvl2pPr>
              <a:defRPr sz="2175" b="0">
                <a:solidFill>
                  <a:srgbClr val="242829"/>
                </a:solidFill>
                <a:latin typeface="Arial"/>
                <a:ea typeface="Arial"/>
                <a:cs typeface="Arial"/>
              </a:defRPr>
            </a:lvl2pPr>
            <a:lvl3pPr>
              <a:defRPr sz="2175" b="0">
                <a:solidFill>
                  <a:srgbClr val="242829"/>
                </a:solidFill>
                <a:latin typeface="Arial"/>
                <a:ea typeface="Arial"/>
                <a:cs typeface="Arial"/>
              </a:defRPr>
            </a:lvl3pPr>
            <a:lvl4pPr>
              <a:defRPr sz="2175" b="0">
                <a:solidFill>
                  <a:srgbClr val="242829"/>
                </a:solidFill>
                <a:latin typeface="Arial"/>
                <a:ea typeface="Arial"/>
                <a:cs typeface="Arial"/>
              </a:defRPr>
            </a:lvl4pPr>
            <a:lvl5pPr>
              <a:defRPr sz="2175" b="0">
                <a:solidFill>
                  <a:srgbClr val="242829"/>
                </a:solidFill>
                <a:latin typeface="Arial"/>
                <a:ea typeface="Arial"/>
                <a:cs typeface="Arial"/>
              </a:defRPr>
            </a:lvl5pPr>
            <a:lvl6pPr>
              <a:defRPr sz="2175" b="0">
                <a:solidFill>
                  <a:srgbClr val="242829"/>
                </a:solidFill>
                <a:latin typeface="Arial"/>
                <a:ea typeface="Arial"/>
                <a:cs typeface="Arial"/>
              </a:defRPr>
            </a:lvl6pPr>
            <a:lvl7pPr>
              <a:defRPr sz="2175" b="0">
                <a:solidFill>
                  <a:srgbClr val="242829"/>
                </a:solidFill>
                <a:latin typeface="Arial"/>
                <a:ea typeface="Arial"/>
                <a:cs typeface="Arial"/>
              </a:defRPr>
            </a:lvl7pPr>
            <a:lvl8pPr>
              <a:defRPr sz="2175" b="0">
                <a:solidFill>
                  <a:srgbClr val="242829"/>
                </a:solidFill>
                <a:latin typeface="Arial"/>
                <a:ea typeface="Arial"/>
                <a:cs typeface="Arial"/>
              </a:defRPr>
            </a:lvl8pPr>
            <a:lvl9pPr>
              <a:defRPr sz="2175" b="0">
                <a:solidFill>
                  <a:srgbClr val="242829"/>
                </a:solidFill>
                <a:latin typeface="Arial"/>
                <a:ea typeface="Arial"/>
                <a:cs typeface="Arial"/>
              </a:defRPr>
            </a:lvl9pPr>
          </a:lstStyle>
          <a:p xmlns:a="http://schemas.openxmlformats.org/drawingml/2006/main">
            <a:pPr>
              <a:defRPr sz="2175" b="0">
                <a:solidFill>
                  <a:srgbClr val="242829"/>
                </a:solidFill>
                <a:latin typeface="Arial"/>
                <a:ea typeface="Arial"/>
                <a:cs typeface="Arial"/>
              </a:defRPr>
            </a:pPr>
            <a:r>
              <a:rPr sz="2175" b="0">
                <a:solidFill>
                  <a:srgbClr val="242829"/>
                </a:solidFill>
                <a:latin typeface="Arial"/>
                <a:ea typeface="Arial"/>
                <a:cs typeface="Arial"/>
              </a:rPr>
              <a:t>Sắp xếp kỳ thời gian tăng dần</a:t>
            </a:r>
          </a:p>
        </p:txBody>
      </p:sp>
      <p:sp>
        <p:nvSpPr>
          <p:cNvPr id="9" name="">
            <a:extLst xmlns:a="http://schemas.openxmlformats.org/drawingml/2006/main">
              <a:ext uri="{FF2B5EF4-FFF2-40B4-BE49-F238E27FC236}">
                <a16:creationId xmlns:a16="http://schemas.microsoft.com/office/drawing/2014/main" id="{FC36360F-6CFF-485C-A879-C5099AA5AB34}"/>
              </a:ext>
            </a:extLst>
          </p:cNvPr>
          <p:cNvSpPr>
            <a:spLocks xmlns:a="http://schemas.openxmlformats.org/drawingml/2006/main" noGrp="1"/>
          </p:cNvSpPr>
          <p:nvPr/>
        </p:nvSpPr>
        <p:spPr>
          <a:xfrm xmlns:a="http://schemas.openxmlformats.org/drawingml/2006/main">
            <a:off x="60960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Đặt đơn Pending chưa làm doanh thu tăng. Admin cần hoàn tất đơn trước demo.</a:t>
            </a:r>
          </a:p>
        </p:txBody>
      </p:sp>
    </p:spTree>
    <p:extLst>
      <p:ext uri="{BB962C8B-B14F-4D97-AF65-F5344CB8AC3E}">
        <p14:creationId xmlns:p14="http://schemas.microsoft.com/office/powerpoint/2010/main" val="7228354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CE5FCE-3237-4CFE-94CF-4327D31489CB}"/>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Top 5 mặt hàng bán chạy</a:t>
            </a:r>
          </a:p>
        </p:txBody>
      </p:sp>
      <p:sp>
        <p:nvSpPr>
          <p:cNvPr id="2" name="">
            <a:extLst xmlns:a="http://schemas.openxmlformats.org/drawingml/2006/main">
              <a:ext uri="{FF2B5EF4-FFF2-40B4-BE49-F238E27FC236}">
                <a16:creationId xmlns:a16="http://schemas.microsoft.com/office/drawing/2014/main" id="{682F123C-C7D7-4FA1-8759-F54CC87D1610}"/>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55501E59-3202-4A1B-9C6E-E46D4DBE9C67}"/>
              </a:ext>
            </a:extLst>
          </p:cNvPr>
          <p:cNvSpPr>
            <a:spLocks xmlns:a="http://schemas.openxmlformats.org/drawingml/2006/main" noGrp="1"/>
          </p:cNvSpPr>
          <p:nvPr/>
        </p:nvSpPr>
        <p:spPr>
          <a:xfrm xmlns:a="http://schemas.openxmlformats.org/drawingml/2006/main">
            <a:off x="609600" y="13049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145D59"/>
                </a:solidFill>
                <a:latin typeface="Consolas"/>
                <a:ea typeface="Consolas"/>
                <a:cs typeface="Consolas"/>
              </a:defRPr>
            </a:defPPr>
            <a:lvl1pPr>
              <a:defRPr sz="1575" b="0">
                <a:solidFill>
                  <a:srgbClr val="145D59"/>
                </a:solidFill>
                <a:latin typeface="Consolas"/>
                <a:ea typeface="Consolas"/>
                <a:cs typeface="Consolas"/>
              </a:defRPr>
            </a:lvl1pPr>
            <a:lvl2pPr>
              <a:defRPr sz="1575" b="0">
                <a:solidFill>
                  <a:srgbClr val="145D59"/>
                </a:solidFill>
                <a:latin typeface="Consolas"/>
                <a:ea typeface="Consolas"/>
                <a:cs typeface="Consolas"/>
              </a:defRPr>
            </a:lvl2pPr>
            <a:lvl3pPr>
              <a:defRPr sz="1575" b="0">
                <a:solidFill>
                  <a:srgbClr val="145D59"/>
                </a:solidFill>
                <a:latin typeface="Consolas"/>
                <a:ea typeface="Consolas"/>
                <a:cs typeface="Consolas"/>
              </a:defRPr>
            </a:lvl3pPr>
            <a:lvl4pPr>
              <a:defRPr sz="1575" b="0">
                <a:solidFill>
                  <a:srgbClr val="145D59"/>
                </a:solidFill>
                <a:latin typeface="Consolas"/>
                <a:ea typeface="Consolas"/>
                <a:cs typeface="Consolas"/>
              </a:defRPr>
            </a:lvl4pPr>
            <a:lvl5pPr>
              <a:defRPr sz="1575" b="0">
                <a:solidFill>
                  <a:srgbClr val="145D59"/>
                </a:solidFill>
                <a:latin typeface="Consolas"/>
                <a:ea typeface="Consolas"/>
                <a:cs typeface="Consolas"/>
              </a:defRPr>
            </a:lvl5pPr>
            <a:lvl6pPr>
              <a:defRPr sz="1575" b="0">
                <a:solidFill>
                  <a:srgbClr val="145D59"/>
                </a:solidFill>
                <a:latin typeface="Consolas"/>
                <a:ea typeface="Consolas"/>
                <a:cs typeface="Consolas"/>
              </a:defRPr>
            </a:lvl6pPr>
            <a:lvl7pPr>
              <a:defRPr sz="1575" b="0">
                <a:solidFill>
                  <a:srgbClr val="145D59"/>
                </a:solidFill>
                <a:latin typeface="Consolas"/>
                <a:ea typeface="Consolas"/>
                <a:cs typeface="Consolas"/>
              </a:defRPr>
            </a:lvl7pPr>
            <a:lvl8pPr>
              <a:defRPr sz="1575" b="0">
                <a:solidFill>
                  <a:srgbClr val="145D59"/>
                </a:solidFill>
                <a:latin typeface="Consolas"/>
                <a:ea typeface="Consolas"/>
                <a:cs typeface="Consolas"/>
              </a:defRPr>
            </a:lvl8pPr>
            <a:lvl9pPr>
              <a:defRPr sz="1575" b="0">
                <a:solidFill>
                  <a:srgbClr val="145D59"/>
                </a:solidFill>
                <a:latin typeface="Consolas"/>
                <a:ea typeface="Consolas"/>
                <a:cs typeface="Consolas"/>
              </a:defRPr>
            </a:lvl9pPr>
          </a:lstStyle>
          <a:p xmlns:a="http://schemas.openxmlformats.org/drawingml/2006/main">
            <a:pPr>
              <a:defRPr sz="1575" b="0">
                <a:solidFill>
                  <a:srgbClr val="145D59"/>
                </a:solidFill>
                <a:latin typeface="Consolas"/>
                <a:ea typeface="Consolas"/>
                <a:cs typeface="Consolas"/>
              </a:defRPr>
            </a:pPr>
            <a:r>
              <a:rPr sz="1575" b="0">
                <a:solidFill>
                  <a:srgbClr val="145D59"/>
                </a:solidFill>
                <a:latin typeface="Consolas"/>
                <a:ea typeface="Consolas"/>
                <a:cs typeface="Consolas"/>
              </a:rPr>
              <a:t>$match   $unwind   $group   $sort   $limit</a:t>
            </a:r>
          </a:p>
        </p:txBody>
      </p:sp>
      <p:graphicFrame>
        <p:nvGraphicFramePr>
          <p:cNvPr id="4" name="">
            <a:extLst xmlns:a="http://schemas.openxmlformats.org/drawingml/2006/main">
              <a:ext uri="{FF2B5EF4-FFF2-40B4-BE49-F238E27FC236}">
                <a16:creationId xmlns:a16="http://schemas.microsoft.com/office/drawing/2014/main" id="{028E6B8A-30A6-4E79-AD6B-49F5AE8F5764}"/>
              </a:ext>
            </a:extLst>
          </p:cNvPr>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7048500"/>
                <a:gridCol w="1333500"/>
                <a:gridCol w="2590800"/>
              </a:tblGrid>
              <a:tr h="627063">
                <a:tc>
                  <a:txBody>
                    <a:bodyPr lIns="133350" tIns="95250" rIns="133350" bIns="95250"/>
                    <a:lstStyle/>
                    <a:p>
                      <a:r>
                        <a:rPr sz="1650" b="1">
                          <a:solidFill>
                            <a:srgbClr val="FFFFFF"/>
                          </a:solidFill>
                          <a:latin typeface="Arial"/>
                          <a:ea typeface="Arial"/>
                          <a:cs typeface="Arial"/>
                        </a:rPr>
                        <a:t>Sản phẩm</a:t>
                      </a:r>
                    </a:p>
                  </a:txBody>
                  <a:tcPr marL="91440" marR="91440" marT="45720" marB="45720"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Số lượng</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Doanh thu VND</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r>
              <a:tr h="627063">
                <a:tc>
                  <a:txBody>
                    <a:bodyPr lIns="133350" tIns="95250" rIns="133350" bIns="95250"/>
                    <a:lstStyle/>
                    <a:p>
                      <a:r>
                        <a:rPr sz="1650" b="0">
                          <a:solidFill>
                            <a:srgbClr val="242829"/>
                          </a:solidFill>
                          <a:latin typeface="Arial"/>
                          <a:ea typeface="Arial"/>
                          <a:cs typeface="Arial"/>
                        </a:rPr>
                        <a:t>Tai nghe Soundly Everyday Bluetooth</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17</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3.230.000</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627063">
                <a:tc>
                  <a:txBody>
                    <a:bodyPr lIns="133350" tIns="95250" rIns="133350" bIns="95250"/>
                    <a:lstStyle/>
                    <a:p>
                      <a:r>
                        <a:rPr sz="1650" b="0">
                          <a:solidFill>
                            <a:srgbClr val="242829"/>
                          </a:solidFill>
                          <a:latin typeface="Arial"/>
                          <a:ea typeface="Arial"/>
                          <a:cs typeface="Arial"/>
                        </a:rPr>
                        <a:t>Loa Bluetooth Nova Essential Bluetooth</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16</a:t>
                      </a:r>
                    </a:p>
                  </a:txBody>
                  <a:tcPr marL="91440" marR="91440" marT="45720" marB="45720" anchor="ctr">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2.080.000</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r h="627063">
                <a:tc>
                  <a:txBody>
                    <a:bodyPr lIns="133350" tIns="95250" rIns="133350" bIns="95250"/>
                    <a:lstStyle/>
                    <a:p>
                      <a:r>
                        <a:rPr sz="1650" b="0">
                          <a:solidFill>
                            <a:srgbClr val="242829"/>
                          </a:solidFill>
                          <a:latin typeface="Arial"/>
                          <a:ea typeface="Arial"/>
                          <a:cs typeface="Arial"/>
                        </a:rPr>
                        <a:t>Tai nghe EC Tech Essential USB-C</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16</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1.690.000</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627063">
                <a:tc>
                  <a:txBody>
                    <a:bodyPr lIns="133350" tIns="95250" rIns="133350" bIns="95250"/>
                    <a:lstStyle/>
                    <a:p>
                      <a:r>
                        <a:rPr sz="1650" b="0">
                          <a:solidFill>
                            <a:srgbClr val="242829"/>
                          </a:solidFill>
                          <a:latin typeface="Arial"/>
                          <a:ea typeface="Arial"/>
                          <a:cs typeface="Arial"/>
                        </a:rPr>
                        <a:t>Chuột không dây EC Tech Essential Bluetooth</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15</a:t>
                      </a:r>
                    </a:p>
                  </a:txBody>
                  <a:tcPr marL="91440" marR="91440" marT="45720" marB="45720" anchor="ctr">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2.390.000</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r h="627063">
                <a:tc>
                  <a:txBody>
                    <a:bodyPr lIns="133350" tIns="95250" rIns="133350" bIns="95250"/>
                    <a:lstStyle/>
                    <a:p>
                      <a:r>
                        <a:rPr sz="1650" b="0">
                          <a:solidFill>
                            <a:srgbClr val="242829"/>
                          </a:solidFill>
                          <a:latin typeface="Arial"/>
                          <a:ea typeface="Arial"/>
                          <a:cs typeface="Arial"/>
                        </a:rPr>
                        <a:t>Bàn phím Soundly Essential USB-C</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15</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2.175.000</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0953C1D-AE8A-4E5B-9FD7-BC3F750BE2CC}"/>
              </a:ext>
            </a:extLst>
          </p:cNvPr>
          <p:cNvSpPr>
            <a:spLocks xmlns:a="http://schemas.openxmlformats.org/drawingml/2006/main" noGrp="1"/>
          </p:cNvSpPr>
          <p:nvPr/>
        </p:nvSpPr>
        <p:spPr>
          <a:xfrm xmlns:a="http://schemas.openxmlformats.org/drawingml/2006/main">
            <a:off x="609600"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Kết quả chuẩn từ dữ liệu mẫu, kỳ 01/08–31/10/2026. Khi demo dùng Dashboard thật.</a:t>
            </a:r>
          </a:p>
        </p:txBody>
      </p:sp>
    </p:spTree>
    <p:extLst>
      <p:ext uri="{BB962C8B-B14F-4D97-AF65-F5344CB8AC3E}">
        <p14:creationId xmlns:p14="http://schemas.microsoft.com/office/powerpoint/2010/main" val="15246122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DC6A75-982C-4064-BE20-F9D467177144}"/>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Giao diện chọn màu và kích cỡ</a:t>
            </a:r>
          </a:p>
        </p:txBody>
      </p:sp>
      <p:sp>
        <p:nvSpPr>
          <p:cNvPr id="2" name="">
            <a:extLst xmlns:a="http://schemas.openxmlformats.org/drawingml/2006/main">
              <a:ext uri="{FF2B5EF4-FFF2-40B4-BE49-F238E27FC236}">
                <a16:creationId xmlns:a16="http://schemas.microsoft.com/office/drawing/2014/main" id="{1F8D4AE7-F214-4AA6-A2FC-C874EEFD968B}"/>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343CA31A-C72B-4AD9-940B-0253F09F2C8B}"/>
              </a:ext>
            </a:extLst>
          </p:cNvPr>
          <p:cNvPicPr>
            <a:picLocks xmlns:a="http://schemas.openxmlformats.org/drawingml/2006/main" noChangeAspect="1"/>
          </p:cNvPicPr>
          <p:nvPr/>
        </p:nvPicPr>
        <p:blipFill>
          <a:blip xmlns:r="http://schemas.openxmlformats.org/officeDocument/2006/relationships" xmlns:a="http://schemas.openxmlformats.org/drawingml/2006/main" r:embed="R4391495687a54006"/>
          <a:stretch xmlns:a="http://schemas.openxmlformats.org/drawingml/2006/main"/>
        </p:blipFill>
        <p:spPr>
          <a:xfrm xmlns:a="http://schemas.openxmlformats.org/drawingml/2006/main">
            <a:off x="1509644" y="1524000"/>
            <a:ext cx="9172713"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69481A-0CAB-4ACA-9D63-3C0DE1637149}"/>
              </a:ext>
            </a:extLst>
          </p:cNvPr>
          <p:cNvSpPr>
            <a:spLocks xmlns:a="http://schemas.openxmlformats.org/drawingml/2006/main" noGrp="1"/>
          </p:cNvSpPr>
          <p:nvPr/>
        </p:nvSpPr>
        <p:spPr>
          <a:xfrm xmlns:a="http://schemas.openxmlformats.org/drawingml/2006/main">
            <a:off x="609600" y="60769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Giá, SKU và tồn kho cập nhật theo tổ hợp được chọn</a:t>
            </a:r>
          </a:p>
        </p:txBody>
      </p:sp>
    </p:spTree>
    <p:extLst>
      <p:ext uri="{BB962C8B-B14F-4D97-AF65-F5344CB8AC3E}">
        <p14:creationId xmlns:p14="http://schemas.microsoft.com/office/powerpoint/2010/main" val="11953649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E7A617-0D4C-4D53-9453-09F0F7B6E260}"/>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Bộ dữ liệu mẫu đạt định mức</a:t>
            </a:r>
          </a:p>
        </p:txBody>
      </p:sp>
      <p:sp>
        <p:nvSpPr>
          <p:cNvPr id="2" name="">
            <a:extLst xmlns:a="http://schemas.openxmlformats.org/drawingml/2006/main">
              <a:ext uri="{FF2B5EF4-FFF2-40B4-BE49-F238E27FC236}">
                <a16:creationId xmlns:a16="http://schemas.microsoft.com/office/drawing/2014/main" id="{07E1F92B-916D-4267-A7FA-17D2978C4BC4}"/>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80A74380-241F-4E29-8BBB-9BB2E2898874}"/>
              </a:ext>
            </a:extLst>
          </p:cNvPr>
          <p:cNvGraphicFramePr/>
          <p:nvPr/>
        </p:nvGraphicFramePr>
        <p:xfrm>
          <a:off xmlns:a="http://schemas.openxmlformats.org/drawingml/2006/main" x="609600" y="1762125"/>
          <a:ext xmlns:a="http://schemas.openxmlformats.org/drawingml/2006/main" cx="10972800" cy="3571875"/>
        </p:xfrm>
        <a:graphic xmlns:a="http://schemas.openxmlformats.org/drawingml/2006/main">
          <a:graphicData uri="http://schemas.openxmlformats.org/drawingml/2006/table">
            <a:tbl>
              <a:tblPr/>
              <a:tblGrid>
                <a:gridCol w="4953000"/>
                <a:gridCol w="2857500"/>
                <a:gridCol w="3162300"/>
              </a:tblGrid>
              <a:tr h="595313">
                <a:tc>
                  <a:txBody>
                    <a:bodyPr lIns="133350" tIns="95250" rIns="133350" bIns="95250"/>
                    <a:lstStyle/>
                    <a:p>
                      <a:r>
                        <a:rPr sz="1650" b="1">
                          <a:solidFill>
                            <a:srgbClr val="FFFFFF"/>
                          </a:solidFill>
                          <a:latin typeface="Arial"/>
                          <a:ea typeface="Arial"/>
                          <a:cs typeface="Arial"/>
                        </a:rPr>
                        <a:t>Chỉ tiêu</a:t>
                      </a:r>
                    </a:p>
                  </a:txBody>
                  <a:tcPr marL="91440" marR="91440" marT="45720" marB="45720"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Yêu cầu</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Dữ liệu mẫu</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r>
              <a:tr h="595313">
                <a:tc>
                  <a:txBody>
                    <a:bodyPr lIns="133350" tIns="95250" rIns="133350" bIns="95250"/>
                    <a:lstStyle/>
                    <a:p>
                      <a:r>
                        <a:rPr sz="1650" b="0">
                          <a:solidFill>
                            <a:srgbClr val="242829"/>
                          </a:solidFill>
                          <a:latin typeface="Arial"/>
                          <a:ea typeface="Arial"/>
                          <a:cs typeface="Arial"/>
                        </a:rPr>
                        <a:t>Sản phẩm</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Ít nhất 100</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120</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595313">
                <a:tc>
                  <a:txBody>
                    <a:bodyPr lIns="133350" tIns="95250" rIns="133350" bIns="95250"/>
                    <a:lstStyle/>
                    <a:p>
                      <a:r>
                        <a:rPr sz="1650" b="0">
                          <a:solidFill>
                            <a:srgbClr val="242829"/>
                          </a:solidFill>
                          <a:latin typeface="Arial"/>
                          <a:ea typeface="Arial"/>
                          <a:cs typeface="Arial"/>
                        </a:rPr>
                        <a:t>Ngành hàng</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Ít nhất 3</a:t>
                      </a:r>
                    </a:p>
                  </a:txBody>
                  <a:tcPr marL="91440" marR="91440" marT="45720" marB="45720" anchor="ctr">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3</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r h="595313">
                <a:tc>
                  <a:txBody>
                    <a:bodyPr lIns="133350" tIns="95250" rIns="133350" bIns="95250"/>
                    <a:lstStyle/>
                    <a:p>
                      <a:r>
                        <a:rPr sz="1650" b="0">
                          <a:solidFill>
                            <a:srgbClr val="242829"/>
                          </a:solidFill>
                          <a:latin typeface="Arial"/>
                          <a:ea typeface="Arial"/>
                          <a:cs typeface="Arial"/>
                        </a:rPr>
                        <a:t>Hóa đơn</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50–100</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72</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595313">
                <a:tc>
                  <a:txBody>
                    <a:bodyPr lIns="133350" tIns="95250" rIns="133350" bIns="95250"/>
                    <a:lstStyle/>
                    <a:p>
                      <a:r>
                        <a:rPr sz="1650" b="0">
                          <a:solidFill>
                            <a:srgbClr val="242829"/>
                          </a:solidFill>
                          <a:latin typeface="Arial"/>
                          <a:ea typeface="Arial"/>
                          <a:cs typeface="Arial"/>
                        </a:rPr>
                        <a:t>Dòng hàng mỗi đơn</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2–5</a:t>
                      </a:r>
                    </a:p>
                  </a:txBody>
                  <a:tcPr marL="91440" marR="91440" marT="45720" marB="45720" anchor="ctr">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2–5</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r h="595313">
                <a:tc>
                  <a:txBody>
                    <a:bodyPr lIns="133350" tIns="95250" rIns="133350" bIns="95250"/>
                    <a:lstStyle/>
                    <a:p>
                      <a:r>
                        <a:rPr sz="1650" b="0">
                          <a:solidFill>
                            <a:srgbClr val="242829"/>
                          </a:solidFill>
                          <a:latin typeface="Arial"/>
                          <a:ea typeface="Arial"/>
                          <a:cs typeface="Arial"/>
                        </a:rPr>
                        <a:t>Sản phẩm có biến thể</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Phần mở rộng</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10</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F4AC37B-4C1B-4704-A0FD-3A353CB0D60A}"/>
              </a:ext>
            </a:extLst>
          </p:cNvPr>
          <p:cNvSpPr>
            <a:spLocks xmlns:a="http://schemas.openxmlformats.org/drawingml/2006/main" noGrp="1"/>
          </p:cNvSpPr>
          <p:nvPr/>
        </p:nvSpPr>
        <p:spPr>
          <a:xfrm xmlns:a="http://schemas.openxmlformats.org/drawingml/2006/main">
            <a:off x="60960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MongoDB Compass dùng để import, kiểm tra document và export dữ liệu</a:t>
            </a:r>
          </a:p>
        </p:txBody>
      </p:sp>
    </p:spTree>
    <p:extLst>
      <p:ext uri="{BB962C8B-B14F-4D97-AF65-F5344CB8AC3E}">
        <p14:creationId xmlns:p14="http://schemas.microsoft.com/office/powerpoint/2010/main" val="18777238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CF9F17-5457-4CD4-A02B-AB0BE89B7AED}"/>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Kiểm soát dữ liệu và phân quyền</a:t>
            </a:r>
          </a:p>
        </p:txBody>
      </p:sp>
      <p:sp>
        <p:nvSpPr>
          <p:cNvPr id="2" name="">
            <a:extLst xmlns:a="http://schemas.openxmlformats.org/drawingml/2006/main">
              <a:ext uri="{FF2B5EF4-FFF2-40B4-BE49-F238E27FC236}">
                <a16:creationId xmlns:a16="http://schemas.microsoft.com/office/drawing/2014/main" id="{2058C183-7807-4315-A79A-F3D979761810}"/>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59C56E5B-8C9F-4DE9-970D-169FE85D76C1}"/>
              </a:ext>
            </a:extLst>
          </p:cNvPr>
          <p:cNvSpPr>
            <a:spLocks xmlns:a="http://schemas.openxmlformats.org/drawingml/2006/main" noGrp="1"/>
          </p:cNvSpPr>
          <p:nvPr/>
        </p:nvSpPr>
        <p:spPr>
          <a:xfrm xmlns:a="http://schemas.openxmlformats.org/drawingml/2006/main">
            <a:off x="6096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5D59"/>
                </a:solidFill>
                <a:latin typeface="Arial"/>
                <a:ea typeface="Arial"/>
                <a:cs typeface="Arial"/>
              </a:defRPr>
            </a:defPPr>
            <a:lvl1pPr>
              <a:defRPr sz="2400" b="1">
                <a:solidFill>
                  <a:srgbClr val="145D59"/>
                </a:solidFill>
                <a:latin typeface="Arial"/>
                <a:ea typeface="Arial"/>
                <a:cs typeface="Arial"/>
              </a:defRPr>
            </a:lvl1pPr>
            <a:lvl2pPr>
              <a:defRPr sz="2400" b="1">
                <a:solidFill>
                  <a:srgbClr val="145D59"/>
                </a:solidFill>
                <a:latin typeface="Arial"/>
                <a:ea typeface="Arial"/>
                <a:cs typeface="Arial"/>
              </a:defRPr>
            </a:lvl2pPr>
            <a:lvl3pPr>
              <a:defRPr sz="2400" b="1">
                <a:solidFill>
                  <a:srgbClr val="145D59"/>
                </a:solidFill>
                <a:latin typeface="Arial"/>
                <a:ea typeface="Arial"/>
                <a:cs typeface="Arial"/>
              </a:defRPr>
            </a:lvl3pPr>
            <a:lvl4pPr>
              <a:defRPr sz="2400" b="1">
                <a:solidFill>
                  <a:srgbClr val="145D59"/>
                </a:solidFill>
                <a:latin typeface="Arial"/>
                <a:ea typeface="Arial"/>
                <a:cs typeface="Arial"/>
              </a:defRPr>
            </a:lvl4pPr>
            <a:lvl5pPr>
              <a:defRPr sz="2400" b="1">
                <a:solidFill>
                  <a:srgbClr val="145D59"/>
                </a:solidFill>
                <a:latin typeface="Arial"/>
                <a:ea typeface="Arial"/>
                <a:cs typeface="Arial"/>
              </a:defRPr>
            </a:lvl5pPr>
            <a:lvl6pPr>
              <a:defRPr sz="2400" b="1">
                <a:solidFill>
                  <a:srgbClr val="145D59"/>
                </a:solidFill>
                <a:latin typeface="Arial"/>
                <a:ea typeface="Arial"/>
                <a:cs typeface="Arial"/>
              </a:defRPr>
            </a:lvl6pPr>
            <a:lvl7pPr>
              <a:defRPr sz="2400" b="1">
                <a:solidFill>
                  <a:srgbClr val="145D59"/>
                </a:solidFill>
                <a:latin typeface="Arial"/>
                <a:ea typeface="Arial"/>
                <a:cs typeface="Arial"/>
              </a:defRPr>
            </a:lvl7pPr>
            <a:lvl8pPr>
              <a:defRPr sz="2400" b="1">
                <a:solidFill>
                  <a:srgbClr val="145D59"/>
                </a:solidFill>
                <a:latin typeface="Arial"/>
                <a:ea typeface="Arial"/>
                <a:cs typeface="Arial"/>
              </a:defRPr>
            </a:lvl8pPr>
            <a:lvl9pPr>
              <a:defRPr sz="2400" b="1">
                <a:solidFill>
                  <a:srgbClr val="145D59"/>
                </a:solidFill>
                <a:latin typeface="Arial"/>
                <a:ea typeface="Arial"/>
                <a:cs typeface="Arial"/>
              </a:defRPr>
            </a:lvl9pPr>
          </a:lstStyle>
          <a:p xmlns:a="http://schemas.openxmlformats.org/drawingml/2006/main">
            <a:pPr>
              <a:defRPr sz="2400" b="1">
                <a:solidFill>
                  <a:srgbClr val="145D59"/>
                </a:solidFill>
                <a:latin typeface="Arial"/>
                <a:ea typeface="Arial"/>
                <a:cs typeface="Arial"/>
              </a:defRPr>
            </a:pPr>
            <a:r>
              <a:rPr sz="2400" b="1">
                <a:solidFill>
                  <a:srgbClr val="145D59"/>
                </a:solidFill>
                <a:latin typeface="Arial"/>
                <a:ea typeface="Arial"/>
                <a:cs typeface="Arial"/>
              </a:rPr>
              <a:t>Dữ liệu và tồn kho</a:t>
            </a:r>
          </a:p>
        </p:txBody>
      </p:sp>
      <p:sp>
        <p:nvSpPr>
          <p:cNvPr id="4" name="">
            <a:extLst xmlns:a="http://schemas.openxmlformats.org/drawingml/2006/main">
              <a:ext uri="{FF2B5EF4-FFF2-40B4-BE49-F238E27FC236}">
                <a16:creationId xmlns:a16="http://schemas.microsoft.com/office/drawing/2014/main" id="{BBC18D4A-89B4-4D63-BDCC-06DAEC60C2A2}"/>
              </a:ext>
            </a:extLst>
          </p:cNvPr>
          <p:cNvSpPr>
            <a:spLocks xmlns:a="http://schemas.openxmlformats.org/drawingml/2006/main" noGrp="1"/>
          </p:cNvSpPr>
          <p:nvPr/>
        </p:nvSpPr>
        <p:spPr>
          <a:xfrm xmlns:a="http://schemas.openxmlformats.org/drawingml/2006/main">
            <a:off x="609600" y="2476500"/>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829"/>
                </a:solidFill>
                <a:latin typeface="Arial"/>
                <a:ea typeface="Arial"/>
                <a:cs typeface="Arial"/>
              </a:defRPr>
            </a:defPPr>
            <a:lvl1pPr>
              <a:defRPr sz="2025" b="0">
                <a:solidFill>
                  <a:srgbClr val="242829"/>
                </a:solidFill>
                <a:latin typeface="Arial"/>
                <a:ea typeface="Arial"/>
                <a:cs typeface="Arial"/>
              </a:defRPr>
            </a:lvl1pPr>
            <a:lvl2pPr>
              <a:defRPr sz="2025" b="0">
                <a:solidFill>
                  <a:srgbClr val="242829"/>
                </a:solidFill>
                <a:latin typeface="Arial"/>
                <a:ea typeface="Arial"/>
                <a:cs typeface="Arial"/>
              </a:defRPr>
            </a:lvl2pPr>
            <a:lvl3pPr>
              <a:defRPr sz="2025" b="0">
                <a:solidFill>
                  <a:srgbClr val="242829"/>
                </a:solidFill>
                <a:latin typeface="Arial"/>
                <a:ea typeface="Arial"/>
                <a:cs typeface="Arial"/>
              </a:defRPr>
            </a:lvl3pPr>
            <a:lvl4pPr>
              <a:defRPr sz="2025" b="0">
                <a:solidFill>
                  <a:srgbClr val="242829"/>
                </a:solidFill>
                <a:latin typeface="Arial"/>
                <a:ea typeface="Arial"/>
                <a:cs typeface="Arial"/>
              </a:defRPr>
            </a:lvl4pPr>
            <a:lvl5pPr>
              <a:defRPr sz="2025" b="0">
                <a:solidFill>
                  <a:srgbClr val="242829"/>
                </a:solidFill>
                <a:latin typeface="Arial"/>
                <a:ea typeface="Arial"/>
                <a:cs typeface="Arial"/>
              </a:defRPr>
            </a:lvl5pPr>
            <a:lvl6pPr>
              <a:defRPr sz="2025" b="0">
                <a:solidFill>
                  <a:srgbClr val="242829"/>
                </a:solidFill>
                <a:latin typeface="Arial"/>
                <a:ea typeface="Arial"/>
                <a:cs typeface="Arial"/>
              </a:defRPr>
            </a:lvl6pPr>
            <a:lvl7pPr>
              <a:defRPr sz="2025" b="0">
                <a:solidFill>
                  <a:srgbClr val="242829"/>
                </a:solidFill>
                <a:latin typeface="Arial"/>
                <a:ea typeface="Arial"/>
                <a:cs typeface="Arial"/>
              </a:defRPr>
            </a:lvl7pPr>
            <a:lvl8pPr>
              <a:defRPr sz="2025" b="0">
                <a:solidFill>
                  <a:srgbClr val="242829"/>
                </a:solidFill>
                <a:latin typeface="Arial"/>
                <a:ea typeface="Arial"/>
                <a:cs typeface="Arial"/>
              </a:defRPr>
            </a:lvl8pPr>
            <a:lvl9pPr>
              <a:defRPr sz="2025" b="0">
                <a:solidFill>
                  <a:srgbClr val="242829"/>
                </a:solidFill>
                <a:latin typeface="Arial"/>
                <a:ea typeface="Arial"/>
                <a:cs typeface="Arial"/>
              </a:defRPr>
            </a:lvl9pPr>
          </a:lstStyle>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Validator kiểm tra cấu trúc BSON</a:t>
            </a:r>
          </a:p>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Backend kiểm tra danh mục và options</a:t>
            </a:r>
          </a:p>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Revision chặn form quản trị đã cũ</a:t>
            </a:r>
          </a:p>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Transaction giữ nhất quán kho và đơn</a:t>
            </a:r>
          </a:p>
        </p:txBody>
      </p:sp>
      <p:sp>
        <p:nvSpPr>
          <p:cNvPr id="5" name="">
            <a:extLst xmlns:a="http://schemas.openxmlformats.org/drawingml/2006/main">
              <a:ext uri="{FF2B5EF4-FFF2-40B4-BE49-F238E27FC236}">
                <a16:creationId xmlns:a16="http://schemas.microsoft.com/office/drawing/2014/main" id="{B5F6E6C0-53D9-49D9-9FA1-E5DE0B41C819}"/>
              </a:ext>
            </a:extLst>
          </p:cNvPr>
          <p:cNvSpPr>
            <a:spLocks xmlns:a="http://schemas.openxmlformats.org/drawingml/2006/main" noGrp="1"/>
          </p:cNvSpPr>
          <p:nvPr/>
        </p:nvSpPr>
        <p:spPr>
          <a:xfrm xmlns:a="http://schemas.openxmlformats.org/drawingml/2006/main">
            <a:off x="657225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5D59"/>
                </a:solidFill>
                <a:latin typeface="Arial"/>
                <a:ea typeface="Arial"/>
                <a:cs typeface="Arial"/>
              </a:defRPr>
            </a:defPPr>
            <a:lvl1pPr>
              <a:defRPr sz="2400" b="1">
                <a:solidFill>
                  <a:srgbClr val="145D59"/>
                </a:solidFill>
                <a:latin typeface="Arial"/>
                <a:ea typeface="Arial"/>
                <a:cs typeface="Arial"/>
              </a:defRPr>
            </a:lvl1pPr>
            <a:lvl2pPr>
              <a:defRPr sz="2400" b="1">
                <a:solidFill>
                  <a:srgbClr val="145D59"/>
                </a:solidFill>
                <a:latin typeface="Arial"/>
                <a:ea typeface="Arial"/>
                <a:cs typeface="Arial"/>
              </a:defRPr>
            </a:lvl2pPr>
            <a:lvl3pPr>
              <a:defRPr sz="2400" b="1">
                <a:solidFill>
                  <a:srgbClr val="145D59"/>
                </a:solidFill>
                <a:latin typeface="Arial"/>
                <a:ea typeface="Arial"/>
                <a:cs typeface="Arial"/>
              </a:defRPr>
            </a:lvl3pPr>
            <a:lvl4pPr>
              <a:defRPr sz="2400" b="1">
                <a:solidFill>
                  <a:srgbClr val="145D59"/>
                </a:solidFill>
                <a:latin typeface="Arial"/>
                <a:ea typeface="Arial"/>
                <a:cs typeface="Arial"/>
              </a:defRPr>
            </a:lvl4pPr>
            <a:lvl5pPr>
              <a:defRPr sz="2400" b="1">
                <a:solidFill>
                  <a:srgbClr val="145D59"/>
                </a:solidFill>
                <a:latin typeface="Arial"/>
                <a:ea typeface="Arial"/>
                <a:cs typeface="Arial"/>
              </a:defRPr>
            </a:lvl5pPr>
            <a:lvl6pPr>
              <a:defRPr sz="2400" b="1">
                <a:solidFill>
                  <a:srgbClr val="145D59"/>
                </a:solidFill>
                <a:latin typeface="Arial"/>
                <a:ea typeface="Arial"/>
                <a:cs typeface="Arial"/>
              </a:defRPr>
            </a:lvl6pPr>
            <a:lvl7pPr>
              <a:defRPr sz="2400" b="1">
                <a:solidFill>
                  <a:srgbClr val="145D59"/>
                </a:solidFill>
                <a:latin typeface="Arial"/>
                <a:ea typeface="Arial"/>
                <a:cs typeface="Arial"/>
              </a:defRPr>
            </a:lvl7pPr>
            <a:lvl8pPr>
              <a:defRPr sz="2400" b="1">
                <a:solidFill>
                  <a:srgbClr val="145D59"/>
                </a:solidFill>
                <a:latin typeface="Arial"/>
                <a:ea typeface="Arial"/>
                <a:cs typeface="Arial"/>
              </a:defRPr>
            </a:lvl8pPr>
            <a:lvl9pPr>
              <a:defRPr sz="2400" b="1">
                <a:solidFill>
                  <a:srgbClr val="145D59"/>
                </a:solidFill>
                <a:latin typeface="Arial"/>
                <a:ea typeface="Arial"/>
                <a:cs typeface="Arial"/>
              </a:defRPr>
            </a:lvl9pPr>
          </a:lstStyle>
          <a:p xmlns:a="http://schemas.openxmlformats.org/drawingml/2006/main">
            <a:pPr>
              <a:defRPr sz="2400" b="1">
                <a:solidFill>
                  <a:srgbClr val="145D59"/>
                </a:solidFill>
                <a:latin typeface="Arial"/>
                <a:ea typeface="Arial"/>
                <a:cs typeface="Arial"/>
              </a:defRPr>
            </a:pPr>
            <a:r>
              <a:rPr sz="2400" b="1">
                <a:solidFill>
                  <a:srgbClr val="145D59"/>
                </a:solidFill>
                <a:latin typeface="Arial"/>
                <a:ea typeface="Arial"/>
                <a:cs typeface="Arial"/>
              </a:rPr>
              <a:t>Quyền truy cập</a:t>
            </a:r>
          </a:p>
        </p:txBody>
      </p:sp>
      <p:sp>
        <p:nvSpPr>
          <p:cNvPr id="6" name="">
            <a:extLst xmlns:a="http://schemas.openxmlformats.org/drawingml/2006/main">
              <a:ext uri="{FF2B5EF4-FFF2-40B4-BE49-F238E27FC236}">
                <a16:creationId xmlns:a16="http://schemas.microsoft.com/office/drawing/2014/main" id="{5DBF9CEC-BC4C-4BE6-AD90-A9A601F56B52}"/>
              </a:ext>
            </a:extLst>
          </p:cNvPr>
          <p:cNvSpPr>
            <a:spLocks xmlns:a="http://schemas.openxmlformats.org/drawingml/2006/main" noGrp="1"/>
          </p:cNvSpPr>
          <p:nvPr/>
        </p:nvSpPr>
        <p:spPr>
          <a:xfrm xmlns:a="http://schemas.openxmlformats.org/drawingml/2006/main">
            <a:off x="6572250" y="247650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829"/>
                </a:solidFill>
                <a:latin typeface="Arial"/>
                <a:ea typeface="Arial"/>
                <a:cs typeface="Arial"/>
              </a:defRPr>
            </a:defPPr>
            <a:lvl1pPr>
              <a:defRPr sz="2025" b="0">
                <a:solidFill>
                  <a:srgbClr val="242829"/>
                </a:solidFill>
                <a:latin typeface="Arial"/>
                <a:ea typeface="Arial"/>
                <a:cs typeface="Arial"/>
              </a:defRPr>
            </a:lvl1pPr>
            <a:lvl2pPr>
              <a:defRPr sz="2025" b="0">
                <a:solidFill>
                  <a:srgbClr val="242829"/>
                </a:solidFill>
                <a:latin typeface="Arial"/>
                <a:ea typeface="Arial"/>
                <a:cs typeface="Arial"/>
              </a:defRPr>
            </a:lvl2pPr>
            <a:lvl3pPr>
              <a:defRPr sz="2025" b="0">
                <a:solidFill>
                  <a:srgbClr val="242829"/>
                </a:solidFill>
                <a:latin typeface="Arial"/>
                <a:ea typeface="Arial"/>
                <a:cs typeface="Arial"/>
              </a:defRPr>
            </a:lvl3pPr>
            <a:lvl4pPr>
              <a:defRPr sz="2025" b="0">
                <a:solidFill>
                  <a:srgbClr val="242829"/>
                </a:solidFill>
                <a:latin typeface="Arial"/>
                <a:ea typeface="Arial"/>
                <a:cs typeface="Arial"/>
              </a:defRPr>
            </a:lvl4pPr>
            <a:lvl5pPr>
              <a:defRPr sz="2025" b="0">
                <a:solidFill>
                  <a:srgbClr val="242829"/>
                </a:solidFill>
                <a:latin typeface="Arial"/>
                <a:ea typeface="Arial"/>
                <a:cs typeface="Arial"/>
              </a:defRPr>
            </a:lvl5pPr>
            <a:lvl6pPr>
              <a:defRPr sz="2025" b="0">
                <a:solidFill>
                  <a:srgbClr val="242829"/>
                </a:solidFill>
                <a:latin typeface="Arial"/>
                <a:ea typeface="Arial"/>
                <a:cs typeface="Arial"/>
              </a:defRPr>
            </a:lvl6pPr>
            <a:lvl7pPr>
              <a:defRPr sz="2025" b="0">
                <a:solidFill>
                  <a:srgbClr val="242829"/>
                </a:solidFill>
                <a:latin typeface="Arial"/>
                <a:ea typeface="Arial"/>
                <a:cs typeface="Arial"/>
              </a:defRPr>
            </a:lvl7pPr>
            <a:lvl8pPr>
              <a:defRPr sz="2025" b="0">
                <a:solidFill>
                  <a:srgbClr val="242829"/>
                </a:solidFill>
                <a:latin typeface="Arial"/>
                <a:ea typeface="Arial"/>
                <a:cs typeface="Arial"/>
              </a:defRPr>
            </a:lvl8pPr>
            <a:lvl9pPr>
              <a:defRPr sz="2025" b="0">
                <a:solidFill>
                  <a:srgbClr val="242829"/>
                </a:solidFill>
                <a:latin typeface="Arial"/>
                <a:ea typeface="Arial"/>
                <a:cs typeface="Arial"/>
              </a:defRPr>
            </a:lvl9pPr>
          </a:lstStyle>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Admin quản lý trạng thái đơn</a:t>
            </a:r>
          </a:p>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Khách chỉ xem đơn thuộc phiên</a:t>
            </a:r>
          </a:p>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Form POST có antiforgery</a:t>
            </a:r>
          </a:p>
          <a:p xmlns:a="http://schemas.openxmlformats.org/drawingml/2006/main">
            <a:pPr>
              <a:defRPr sz="2025" b="0">
                <a:solidFill>
                  <a:srgbClr val="242829"/>
                </a:solidFill>
                <a:latin typeface="Arial"/>
                <a:ea typeface="Arial"/>
                <a:cs typeface="Arial"/>
              </a:defRPr>
            </a:pPr>
            <a:r>
              <a:rPr sz="2025" b="0">
                <a:solidFill>
                  <a:srgbClr val="242829"/>
                </a:solidFill>
                <a:latin typeface="Arial"/>
                <a:ea typeface="Arial"/>
                <a:cs typeface="Arial"/>
              </a:rPr>
              <a:t>Cấu hình nhạy cảm nằm ngoài Git</a:t>
            </a:r>
          </a:p>
        </p:txBody>
      </p:sp>
      <p:sp>
        <p:nvSpPr>
          <p:cNvPr id="7" name="">
            <a:extLst xmlns:a="http://schemas.openxmlformats.org/drawingml/2006/main">
              <a:ext uri="{FF2B5EF4-FFF2-40B4-BE49-F238E27FC236}">
                <a16:creationId xmlns:a16="http://schemas.microsoft.com/office/drawing/2014/main" id="{A2870E32-C634-4924-9A5A-66BB83B59A35}"/>
              </a:ext>
            </a:extLst>
          </p:cNvPr>
          <p:cNvSpPr>
            <a:spLocks xmlns:a="http://schemas.openxmlformats.org/drawingml/2006/main" noGrp="1"/>
          </p:cNvSpPr>
          <p:nvPr/>
        </p:nvSpPr>
        <p:spPr>
          <a:xfrm xmlns:a="http://schemas.openxmlformats.org/drawingml/2006/main">
            <a:off x="60960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Kiểm thử gần nhất: 43 ca .NET và 6 ca dữ liệu đạt. Chưa phải số đo hiệu năng.</a:t>
            </a:r>
          </a:p>
        </p:txBody>
      </p:sp>
    </p:spTree>
    <p:extLst>
      <p:ext uri="{BB962C8B-B14F-4D97-AF65-F5344CB8AC3E}">
        <p14:creationId xmlns:p14="http://schemas.microsoft.com/office/powerpoint/2010/main" val="17684153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C996DF-BDDC-4AE7-BB55-F430D2D058E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2829"/>
                </a:solidFill>
                <a:latin typeface="Arial"/>
                <a:ea typeface="Arial"/>
                <a:cs typeface="Arial"/>
              </a:defRPr>
            </a:defPPr>
            <a:lvl1pPr>
              <a:defRPr sz="3225" b="1">
                <a:solidFill>
                  <a:srgbClr val="242829"/>
                </a:solidFill>
                <a:latin typeface="Arial"/>
                <a:ea typeface="Arial"/>
                <a:cs typeface="Arial"/>
              </a:defRPr>
            </a:lvl1pPr>
            <a:lvl2pPr>
              <a:defRPr sz="3225" b="1">
                <a:solidFill>
                  <a:srgbClr val="242829"/>
                </a:solidFill>
                <a:latin typeface="Arial"/>
                <a:ea typeface="Arial"/>
                <a:cs typeface="Arial"/>
              </a:defRPr>
            </a:lvl2pPr>
            <a:lvl3pPr>
              <a:defRPr sz="3225" b="1">
                <a:solidFill>
                  <a:srgbClr val="242829"/>
                </a:solidFill>
                <a:latin typeface="Arial"/>
                <a:ea typeface="Arial"/>
                <a:cs typeface="Arial"/>
              </a:defRPr>
            </a:lvl3pPr>
            <a:lvl4pPr>
              <a:defRPr sz="3225" b="1">
                <a:solidFill>
                  <a:srgbClr val="242829"/>
                </a:solidFill>
                <a:latin typeface="Arial"/>
                <a:ea typeface="Arial"/>
                <a:cs typeface="Arial"/>
              </a:defRPr>
            </a:lvl4pPr>
            <a:lvl5pPr>
              <a:defRPr sz="3225" b="1">
                <a:solidFill>
                  <a:srgbClr val="242829"/>
                </a:solidFill>
                <a:latin typeface="Arial"/>
                <a:ea typeface="Arial"/>
                <a:cs typeface="Arial"/>
              </a:defRPr>
            </a:lvl5pPr>
            <a:lvl6pPr>
              <a:defRPr sz="3225" b="1">
                <a:solidFill>
                  <a:srgbClr val="242829"/>
                </a:solidFill>
                <a:latin typeface="Arial"/>
                <a:ea typeface="Arial"/>
                <a:cs typeface="Arial"/>
              </a:defRPr>
            </a:lvl6pPr>
            <a:lvl7pPr>
              <a:defRPr sz="3225" b="1">
                <a:solidFill>
                  <a:srgbClr val="242829"/>
                </a:solidFill>
                <a:latin typeface="Arial"/>
                <a:ea typeface="Arial"/>
                <a:cs typeface="Arial"/>
              </a:defRPr>
            </a:lvl7pPr>
            <a:lvl8pPr>
              <a:defRPr sz="3225" b="1">
                <a:solidFill>
                  <a:srgbClr val="242829"/>
                </a:solidFill>
                <a:latin typeface="Arial"/>
                <a:ea typeface="Arial"/>
                <a:cs typeface="Arial"/>
              </a:defRPr>
            </a:lvl8pPr>
            <a:lvl9pPr>
              <a:defRPr sz="3225" b="1">
                <a:solidFill>
                  <a:srgbClr val="242829"/>
                </a:solidFill>
                <a:latin typeface="Arial"/>
                <a:ea typeface="Arial"/>
                <a:cs typeface="Arial"/>
              </a:defRPr>
            </a:lvl9pPr>
          </a:lstStyle>
          <a:p xmlns:a="http://schemas.openxmlformats.org/drawingml/2006/main">
            <a:pPr>
              <a:defRPr sz="3225" b="1">
                <a:solidFill>
                  <a:srgbClr val="242829"/>
                </a:solidFill>
                <a:latin typeface="Arial"/>
                <a:ea typeface="Arial"/>
                <a:cs typeface="Arial"/>
              </a:defRPr>
            </a:pPr>
            <a:r>
              <a:rPr sz="3225" b="1">
                <a:solidFill>
                  <a:srgbClr val="242829"/>
                </a:solidFill>
                <a:latin typeface="Arial"/>
                <a:ea typeface="Arial"/>
                <a:cs typeface="Arial"/>
              </a:rPr>
              <a:t>Kịch bản demo của ba thành viên</a:t>
            </a:r>
          </a:p>
        </p:txBody>
      </p:sp>
      <p:sp>
        <p:nvSpPr>
          <p:cNvPr id="2" name="">
            <a:extLst xmlns:a="http://schemas.openxmlformats.org/drawingml/2006/main">
              <a:ext uri="{FF2B5EF4-FFF2-40B4-BE49-F238E27FC236}">
                <a16:creationId xmlns:a16="http://schemas.microsoft.com/office/drawing/2014/main" id="{826A2BA6-E4D6-4F68-B6C9-E837C650BA08}"/>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97274"/>
                </a:solidFill>
                <a:latin typeface="Arial"/>
                <a:ea typeface="Arial"/>
                <a:cs typeface="Arial"/>
              </a:defRPr>
            </a:defPPr>
            <a:lvl1pPr>
              <a:defRPr sz="1200" b="0">
                <a:solidFill>
                  <a:srgbClr val="697274"/>
                </a:solidFill>
                <a:latin typeface="Arial"/>
                <a:ea typeface="Arial"/>
                <a:cs typeface="Arial"/>
              </a:defRPr>
            </a:lvl1pPr>
            <a:lvl2pPr>
              <a:defRPr sz="1200" b="0">
                <a:solidFill>
                  <a:srgbClr val="697274"/>
                </a:solidFill>
                <a:latin typeface="Arial"/>
                <a:ea typeface="Arial"/>
                <a:cs typeface="Arial"/>
              </a:defRPr>
            </a:lvl2pPr>
            <a:lvl3pPr>
              <a:defRPr sz="1200" b="0">
                <a:solidFill>
                  <a:srgbClr val="697274"/>
                </a:solidFill>
                <a:latin typeface="Arial"/>
                <a:ea typeface="Arial"/>
                <a:cs typeface="Arial"/>
              </a:defRPr>
            </a:lvl3pPr>
            <a:lvl4pPr>
              <a:defRPr sz="1200" b="0">
                <a:solidFill>
                  <a:srgbClr val="697274"/>
                </a:solidFill>
                <a:latin typeface="Arial"/>
                <a:ea typeface="Arial"/>
                <a:cs typeface="Arial"/>
              </a:defRPr>
            </a:lvl4pPr>
            <a:lvl5pPr>
              <a:defRPr sz="1200" b="0">
                <a:solidFill>
                  <a:srgbClr val="697274"/>
                </a:solidFill>
                <a:latin typeface="Arial"/>
                <a:ea typeface="Arial"/>
                <a:cs typeface="Arial"/>
              </a:defRPr>
            </a:lvl5pPr>
            <a:lvl6pPr>
              <a:defRPr sz="1200" b="0">
                <a:solidFill>
                  <a:srgbClr val="697274"/>
                </a:solidFill>
                <a:latin typeface="Arial"/>
                <a:ea typeface="Arial"/>
                <a:cs typeface="Arial"/>
              </a:defRPr>
            </a:lvl6pPr>
            <a:lvl7pPr>
              <a:defRPr sz="1200" b="0">
                <a:solidFill>
                  <a:srgbClr val="697274"/>
                </a:solidFill>
                <a:latin typeface="Arial"/>
                <a:ea typeface="Arial"/>
                <a:cs typeface="Arial"/>
              </a:defRPr>
            </a:lvl7pPr>
            <a:lvl8pPr>
              <a:defRPr sz="1200" b="0">
                <a:solidFill>
                  <a:srgbClr val="697274"/>
                </a:solidFill>
                <a:latin typeface="Arial"/>
                <a:ea typeface="Arial"/>
                <a:cs typeface="Arial"/>
              </a:defRPr>
            </a:lvl8pPr>
            <a:lvl9pPr>
              <a:defRPr sz="1200" b="0">
                <a:solidFill>
                  <a:srgbClr val="697274"/>
                </a:solidFill>
                <a:latin typeface="Arial"/>
                <a:ea typeface="Arial"/>
                <a:cs typeface="Arial"/>
              </a:defRPr>
            </a:lvl9pPr>
          </a:lstStyle>
          <a:p xmlns:a="http://schemas.openxmlformats.org/drawingml/2006/main">
            <a:pPr>
              <a:defRPr sz="1200" b="0">
                <a:solidFill>
                  <a:srgbClr val="697274"/>
                </a:solidFill>
                <a:latin typeface="Arial"/>
                <a:ea typeface="Arial"/>
                <a:cs typeface="Arial"/>
              </a:defRPr>
            </a:pPr>
            <a:r>
              <a:rPr sz="1200" b="0">
                <a:solidFill>
                  <a:srgbClr val="697274"/>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2E397E1B-6AA7-4D28-873A-B6B86F369978}"/>
              </a:ext>
            </a:extLst>
          </p:cNvPr>
          <p:cNvGraphicFramePr/>
          <p:nvPr/>
        </p:nvGraphicFramePr>
        <p:xfrm>
          <a:off xmlns:a="http://schemas.openxmlformats.org/drawingml/2006/main" x="609600" y="1762125"/>
          <a:ext xmlns:a="http://schemas.openxmlformats.org/drawingml/2006/main" cx="10972800" cy="3190875"/>
        </p:xfrm>
        <a:graphic xmlns:a="http://schemas.openxmlformats.org/drawingml/2006/main">
          <a:graphicData uri="http://schemas.openxmlformats.org/drawingml/2006/table">
            <a:tbl>
              <a:tblPr/>
              <a:tblGrid>
                <a:gridCol w="2381250"/>
                <a:gridCol w="4286250"/>
                <a:gridCol w="4305300"/>
              </a:tblGrid>
              <a:tr h="797719">
                <a:tc>
                  <a:txBody>
                    <a:bodyPr lIns="133350" tIns="95250" rIns="133350" bIns="95250"/>
                    <a:lstStyle/>
                    <a:p>
                      <a:r>
                        <a:rPr sz="1650" b="1">
                          <a:solidFill>
                            <a:srgbClr val="FFFFFF"/>
                          </a:solidFill>
                          <a:latin typeface="Arial"/>
                          <a:ea typeface="Arial"/>
                          <a:cs typeface="Arial"/>
                        </a:rPr>
                        <a:t>Người thực hiện</a:t>
                      </a:r>
                    </a:p>
                  </a:txBody>
                  <a:tcPr marL="91440" marR="91440" marT="45720" marB="45720"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Thao tác</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c>
                  <a:txBody>
                    <a:bodyPr lIns="133350" tIns="95250" rIns="133350" bIns="95250"/>
                    <a:lstStyle/>
                    <a:p>
                      <a:r>
                        <a:rPr sz="1650" b="1">
                          <a:solidFill>
                            <a:srgbClr val="FFFFFF"/>
                          </a:solidFill>
                          <a:latin typeface="Arial"/>
                          <a:ea typeface="Arial"/>
                          <a:cs typeface="Arial"/>
                        </a:rPr>
                        <a:t>Bằng chứng</a:t>
                      </a:r>
                    </a:p>
                  </a:txBody>
                  <a:tcPr marL="91440" marR="91440" marT="45720" marB="45720" anchor="ctr">
                    <a:lnR w="9525">
                      <a:solidFill>
                        <a:srgbClr val="D9D9D9"/>
                      </a:solidFill>
                      <a:prstDash val="solid"/>
                    </a:lnR>
                    <a:lnT w="9525">
                      <a:solidFill>
                        <a:srgbClr val="D9D9D9"/>
                      </a:solidFill>
                      <a:prstDash val="solid"/>
                    </a:lnT>
                    <a:lnB w="9525">
                      <a:solidFill>
                        <a:srgbClr val="D9D9D9"/>
                      </a:solidFill>
                      <a:prstDash val="solid"/>
                    </a:lnB>
                    <a:solidFill>
                      <a:srgbClr val="145D59"/>
                    </a:solidFill>
                  </a:tcPr>
                </a:tc>
              </a:tr>
              <a:tr h="797719">
                <a:tc>
                  <a:txBody>
                    <a:bodyPr lIns="133350" tIns="95250" rIns="133350" bIns="95250"/>
                    <a:lstStyle/>
                    <a:p>
                      <a:r>
                        <a:rPr sz="1650" b="0">
                          <a:solidFill>
                            <a:srgbClr val="242829"/>
                          </a:solidFill>
                          <a:latin typeface="Arial"/>
                          <a:ea typeface="Arial"/>
                          <a:cs typeface="Arial"/>
                        </a:rPr>
                        <a:t>SV3</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Mở hai sản phẩm khác ngành</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attributes khác nhau trong sanpham</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r h="797719">
                <a:tc>
                  <a:txBody>
                    <a:bodyPr lIns="133350" tIns="95250" rIns="133350" bIns="95250"/>
                    <a:lstStyle/>
                    <a:p>
                      <a:r>
                        <a:rPr sz="1650" b="0">
                          <a:solidFill>
                            <a:srgbClr val="242829"/>
                          </a:solidFill>
                          <a:latin typeface="Arial"/>
                          <a:ea typeface="Arial"/>
                          <a:cs typeface="Arial"/>
                        </a:rPr>
                        <a:t>SV1 và SV3</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Đặt đơn rồi mở document hóa đơn</a:t>
                      </a:r>
                    </a:p>
                  </a:txBody>
                  <a:tcPr marL="91440" marR="91440" marT="45720" marB="45720" anchor="ctr">
                    <a:lnR w="9525">
                      <a:solidFill>
                        <a:srgbClr val="D9D9D9"/>
                      </a:solidFill>
                      <a:prstDash val="solid"/>
                    </a:lnR>
                    <a:lnB w="9525">
                      <a:solidFill>
                        <a:srgbClr val="D9D9D9"/>
                      </a:solidFill>
                      <a:prstDash val="solid"/>
                    </a:lnB>
                    <a:solidFill>
                      <a:srgbClr val="F5F6F6"/>
                    </a:solidFill>
                  </a:tcPr>
                </a:tc>
                <a:tc>
                  <a:txBody>
                    <a:bodyPr lIns="133350" tIns="95250" rIns="133350" bIns="95250"/>
                    <a:lstStyle/>
                    <a:p>
                      <a:r>
                        <a:rPr sz="1650" b="0">
                          <a:solidFill>
                            <a:srgbClr val="242829"/>
                          </a:solidFill>
                          <a:latin typeface="Arial"/>
                          <a:ea typeface="Arial"/>
                          <a:cs typeface="Arial"/>
                        </a:rPr>
                        <a:t>items nhúng giá và lựa chọn lúc mua</a:t>
                      </a:r>
                    </a:p>
                  </a:txBody>
                  <a:tcPr marL="91440" marR="91440" marT="45720" marB="45720" anchor="ctr">
                    <a:lnR w="9525">
                      <a:solidFill>
                        <a:srgbClr val="D9D9D9"/>
                      </a:solidFill>
                      <a:prstDash val="solid"/>
                    </a:lnR>
                    <a:lnB w="9525">
                      <a:solidFill>
                        <a:srgbClr val="D9D9D9"/>
                      </a:solidFill>
                      <a:prstDash val="solid"/>
                    </a:lnB>
                    <a:solidFill>
                      <a:srgbClr val="F5F6F6"/>
                    </a:solidFill>
                  </a:tcPr>
                </a:tc>
              </a:tr>
              <a:tr h="797719">
                <a:tc>
                  <a:txBody>
                    <a:bodyPr lIns="133350" tIns="95250" rIns="133350" bIns="95250"/>
                    <a:lstStyle/>
                    <a:p>
                      <a:r>
                        <a:rPr sz="1650" b="0">
                          <a:solidFill>
                            <a:srgbClr val="242829"/>
                          </a:solidFill>
                          <a:latin typeface="Arial"/>
                          <a:ea typeface="Arial"/>
                          <a:cs typeface="Arial"/>
                        </a:rPr>
                        <a:t>SV2</a:t>
                      </a:r>
                    </a:p>
                  </a:txBody>
                  <a:tcPr marL="91440" marR="91440" marT="45720" marB="45720" anchor="ctr">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Hoàn tất đơn và mở Dashboard</a:t>
                      </a:r>
                    </a:p>
                  </a:txBody>
                  <a:tcPr marL="91440" marR="91440" marT="45720" marB="45720" anchor="ctr">
                    <a:lnR w="9525">
                      <a:solidFill>
                        <a:srgbClr val="D9D9D9"/>
                      </a:solidFill>
                      <a:prstDash val="solid"/>
                    </a:lnR>
                    <a:lnB w="9525">
                      <a:solidFill>
                        <a:srgbClr val="D9D9D9"/>
                      </a:solidFill>
                      <a:prstDash val="solid"/>
                    </a:lnB>
                    <a:solidFill>
                      <a:srgbClr val="FFFFFF"/>
                    </a:solidFill>
                  </a:tcPr>
                </a:tc>
                <a:tc>
                  <a:txBody>
                    <a:bodyPr lIns="133350" tIns="95250" rIns="133350" bIns="95250"/>
                    <a:lstStyle/>
                    <a:p>
                      <a:r>
                        <a:rPr sz="1650" b="0">
                          <a:solidFill>
                            <a:srgbClr val="242829"/>
                          </a:solidFill>
                          <a:latin typeface="Arial"/>
                          <a:ea typeface="Arial"/>
                          <a:cs typeface="Arial"/>
                        </a:rPr>
                        <a:t>Doanh thu và Top 5 từ Aggregation</a:t>
                      </a:r>
                    </a:p>
                  </a:txBody>
                  <a:tcPr marL="91440" marR="91440" marT="45720" marB="45720" anchor="ctr">
                    <a:lnR w="9525">
                      <a:solidFill>
                        <a:srgbClr val="D9D9D9"/>
                      </a:solidFill>
                      <a:prstDash val="solid"/>
                    </a:lnR>
                    <a:lnB w="9525">
                      <a:solidFill>
                        <a:srgbClr val="D9D9D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13D2312-15FF-4C05-B158-E5BC85273D82}"/>
              </a:ext>
            </a:extLst>
          </p:cNvPr>
          <p:cNvSpPr>
            <a:spLocks xmlns:a="http://schemas.openxmlformats.org/drawingml/2006/main" noGrp="1"/>
          </p:cNvSpPr>
          <p:nvPr/>
        </p:nvSpPr>
        <p:spPr>
          <a:xfrm xmlns:a="http://schemas.openxmlformats.org/drawingml/2006/main">
            <a:off x="609600" y="5476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97274"/>
                </a:solidFill>
                <a:latin typeface="Arial"/>
                <a:ea typeface="Arial"/>
                <a:cs typeface="Arial"/>
              </a:defRPr>
            </a:defPPr>
            <a:lvl1pPr>
              <a:defRPr sz="1350" b="0">
                <a:solidFill>
                  <a:srgbClr val="697274"/>
                </a:solidFill>
                <a:latin typeface="Arial"/>
                <a:ea typeface="Arial"/>
                <a:cs typeface="Arial"/>
              </a:defRPr>
            </a:lvl1pPr>
            <a:lvl2pPr>
              <a:defRPr sz="1350" b="0">
                <a:solidFill>
                  <a:srgbClr val="697274"/>
                </a:solidFill>
                <a:latin typeface="Arial"/>
                <a:ea typeface="Arial"/>
                <a:cs typeface="Arial"/>
              </a:defRPr>
            </a:lvl2pPr>
            <a:lvl3pPr>
              <a:defRPr sz="1350" b="0">
                <a:solidFill>
                  <a:srgbClr val="697274"/>
                </a:solidFill>
                <a:latin typeface="Arial"/>
                <a:ea typeface="Arial"/>
                <a:cs typeface="Arial"/>
              </a:defRPr>
            </a:lvl3pPr>
            <a:lvl4pPr>
              <a:defRPr sz="1350" b="0">
                <a:solidFill>
                  <a:srgbClr val="697274"/>
                </a:solidFill>
                <a:latin typeface="Arial"/>
                <a:ea typeface="Arial"/>
                <a:cs typeface="Arial"/>
              </a:defRPr>
            </a:lvl4pPr>
            <a:lvl5pPr>
              <a:defRPr sz="1350" b="0">
                <a:solidFill>
                  <a:srgbClr val="697274"/>
                </a:solidFill>
                <a:latin typeface="Arial"/>
                <a:ea typeface="Arial"/>
                <a:cs typeface="Arial"/>
              </a:defRPr>
            </a:lvl5pPr>
            <a:lvl6pPr>
              <a:defRPr sz="1350" b="0">
                <a:solidFill>
                  <a:srgbClr val="697274"/>
                </a:solidFill>
                <a:latin typeface="Arial"/>
                <a:ea typeface="Arial"/>
                <a:cs typeface="Arial"/>
              </a:defRPr>
            </a:lvl6pPr>
            <a:lvl7pPr>
              <a:defRPr sz="1350" b="0">
                <a:solidFill>
                  <a:srgbClr val="697274"/>
                </a:solidFill>
                <a:latin typeface="Arial"/>
                <a:ea typeface="Arial"/>
                <a:cs typeface="Arial"/>
              </a:defRPr>
            </a:lvl7pPr>
            <a:lvl8pPr>
              <a:defRPr sz="1350" b="0">
                <a:solidFill>
                  <a:srgbClr val="697274"/>
                </a:solidFill>
                <a:latin typeface="Arial"/>
                <a:ea typeface="Arial"/>
                <a:cs typeface="Arial"/>
              </a:defRPr>
            </a:lvl8pPr>
            <a:lvl9pPr>
              <a:defRPr sz="1350" b="0">
                <a:solidFill>
                  <a:srgbClr val="697274"/>
                </a:solidFill>
                <a:latin typeface="Arial"/>
                <a:ea typeface="Arial"/>
                <a:cs typeface="Arial"/>
              </a:defRPr>
            </a:lvl9pPr>
          </a:lstStyle>
          <a:p xmlns:a="http://schemas.openxmlformats.org/drawingml/2006/main">
            <a:pPr>
              <a:defRPr sz="1350" b="0">
                <a:solidFill>
                  <a:srgbClr val="697274"/>
                </a:solidFill>
                <a:latin typeface="Arial"/>
                <a:ea typeface="Arial"/>
                <a:cs typeface="Arial"/>
              </a:defRPr>
            </a:pPr>
            <a:r>
              <a:rPr sz="1350" b="0">
                <a:solidFill>
                  <a:srgbClr val="697274"/>
                </a:solidFill>
                <a:latin typeface="Arial"/>
                <a:ea typeface="Arial"/>
                <a:cs typeface="Arial"/>
              </a:rPr>
              <a:t>Trước demo: Atlas kết nối được, dữ liệu đủ, tồn kho còn và khoảng ngày đúng</a:t>
            </a:r>
          </a:p>
        </p:txBody>
      </p:sp>
    </p:spTree>
    <p:extLst>
      <p:ext uri="{BB962C8B-B14F-4D97-AF65-F5344CB8AC3E}">
        <p14:creationId xmlns:p14="http://schemas.microsoft.com/office/powerpoint/2010/main" val="906018144"/>
      </p:ext>
    </p:extLst>
  </p:cSld>
</p:sld>
</file>

<file path=ppt/slides/slide16.xml><?xml version="1.0" encoding="utf-8"?>
<p:sld xmlns:p="http://schemas.openxmlformats.org/presentationml/2006/main">
  <p:cSld>
    <p:bg>
      <p:bgPr>
        <a:solidFill xmlns:a="http://schemas.openxmlformats.org/drawingml/2006/main">
          <a:srgbClr val="1F282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AE42D4-81A1-4CF2-8E6B-5076622AA5E9}"/>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Kết quả và giới hạn hiện tại</a:t>
            </a:r>
          </a:p>
        </p:txBody>
      </p:sp>
      <p:sp>
        <p:nvSpPr>
          <p:cNvPr id="2" name="">
            <a:extLst xmlns:a="http://schemas.openxmlformats.org/drawingml/2006/main">
              <a:ext uri="{FF2B5EF4-FFF2-40B4-BE49-F238E27FC236}">
                <a16:creationId xmlns:a16="http://schemas.microsoft.com/office/drawing/2014/main" id="{22AA1523-8988-4EDF-BC60-74B524BE9412}"/>
              </a:ext>
            </a:extLst>
          </p:cNvPr>
          <p:cNvSpPr>
            <a:spLocks xmlns:a="http://schemas.openxmlformats.org/drawingml/2006/main" noGrp="1"/>
          </p:cNvSpPr>
          <p:nvPr/>
        </p:nvSpPr>
        <p:spPr>
          <a:xfrm xmlns:a="http://schemas.openxmlformats.org/drawingml/2006/main">
            <a:off x="11049000" y="640080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9C4C4"/>
                </a:solidFill>
                <a:latin typeface="Arial"/>
                <a:ea typeface="Arial"/>
                <a:cs typeface="Arial"/>
              </a:defRPr>
            </a:defPPr>
            <a:lvl1pPr>
              <a:defRPr sz="1200" b="0">
                <a:solidFill>
                  <a:srgbClr val="B9C4C4"/>
                </a:solidFill>
                <a:latin typeface="Arial"/>
                <a:ea typeface="Arial"/>
                <a:cs typeface="Arial"/>
              </a:defRPr>
            </a:lvl1pPr>
            <a:lvl2pPr>
              <a:defRPr sz="1200" b="0">
                <a:solidFill>
                  <a:srgbClr val="B9C4C4"/>
                </a:solidFill>
                <a:latin typeface="Arial"/>
                <a:ea typeface="Arial"/>
                <a:cs typeface="Arial"/>
              </a:defRPr>
            </a:lvl2pPr>
            <a:lvl3pPr>
              <a:defRPr sz="1200" b="0">
                <a:solidFill>
                  <a:srgbClr val="B9C4C4"/>
                </a:solidFill>
                <a:latin typeface="Arial"/>
                <a:ea typeface="Arial"/>
                <a:cs typeface="Arial"/>
              </a:defRPr>
            </a:lvl3pPr>
            <a:lvl4pPr>
              <a:defRPr sz="1200" b="0">
                <a:solidFill>
                  <a:srgbClr val="B9C4C4"/>
                </a:solidFill>
                <a:latin typeface="Arial"/>
                <a:ea typeface="Arial"/>
                <a:cs typeface="Arial"/>
              </a:defRPr>
            </a:lvl4pPr>
            <a:lvl5pPr>
              <a:defRPr sz="1200" b="0">
                <a:solidFill>
                  <a:srgbClr val="B9C4C4"/>
                </a:solidFill>
                <a:latin typeface="Arial"/>
                <a:ea typeface="Arial"/>
                <a:cs typeface="Arial"/>
              </a:defRPr>
            </a:lvl5pPr>
            <a:lvl6pPr>
              <a:defRPr sz="1200" b="0">
                <a:solidFill>
                  <a:srgbClr val="B9C4C4"/>
                </a:solidFill>
                <a:latin typeface="Arial"/>
                <a:ea typeface="Arial"/>
                <a:cs typeface="Arial"/>
              </a:defRPr>
            </a:lvl6pPr>
            <a:lvl7pPr>
              <a:defRPr sz="1200" b="0">
                <a:solidFill>
                  <a:srgbClr val="B9C4C4"/>
                </a:solidFill>
                <a:latin typeface="Arial"/>
                <a:ea typeface="Arial"/>
                <a:cs typeface="Arial"/>
              </a:defRPr>
            </a:lvl7pPr>
            <a:lvl8pPr>
              <a:defRPr sz="1200" b="0">
                <a:solidFill>
                  <a:srgbClr val="B9C4C4"/>
                </a:solidFill>
                <a:latin typeface="Arial"/>
                <a:ea typeface="Arial"/>
                <a:cs typeface="Arial"/>
              </a:defRPr>
            </a:lvl8pPr>
            <a:lvl9pPr>
              <a:defRPr sz="1200" b="0">
                <a:solidFill>
                  <a:srgbClr val="B9C4C4"/>
                </a:solidFill>
                <a:latin typeface="Arial"/>
                <a:ea typeface="Arial"/>
                <a:cs typeface="Arial"/>
              </a:defRPr>
            </a:lvl9pPr>
          </a:lstStyle>
          <a:p xmlns:a="http://schemas.openxmlformats.org/drawingml/2006/main">
            <a:pPr>
              <a:defRPr sz="1200" b="0">
                <a:solidFill>
                  <a:srgbClr val="B9C4C4"/>
                </a:solidFill>
                <a:latin typeface="Arial"/>
                <a:ea typeface="Arial"/>
                <a:cs typeface="Arial"/>
              </a:defRPr>
            </a:pPr>
            <a:r>
              <a:rPr sz="1200" b="0">
                <a:solidFill>
                  <a:srgbClr val="B9C4C4"/>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B9E114B7-940D-406F-95F8-3B332B1E29D6}"/>
              </a:ext>
            </a:extLst>
          </p:cNvPr>
          <p:cNvSpPr>
            <a:spLocks xmlns:a="http://schemas.openxmlformats.org/drawingml/2006/main" noGrp="1"/>
          </p:cNvSpPr>
          <p:nvPr/>
        </p:nvSpPr>
        <p:spPr>
          <a:xfrm xmlns:a="http://schemas.openxmlformats.org/drawingml/2006/main">
            <a:off x="609600" y="1809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A5CDC6"/>
                </a:solidFill>
                <a:latin typeface="Arial"/>
                <a:ea typeface="Arial"/>
                <a:cs typeface="Arial"/>
              </a:defRPr>
            </a:defPPr>
            <a:lvl1pPr>
              <a:defRPr sz="2400" b="1">
                <a:solidFill>
                  <a:srgbClr val="A5CDC6"/>
                </a:solidFill>
                <a:latin typeface="Arial"/>
                <a:ea typeface="Arial"/>
                <a:cs typeface="Arial"/>
              </a:defRPr>
            </a:lvl1pPr>
            <a:lvl2pPr>
              <a:defRPr sz="2400" b="1">
                <a:solidFill>
                  <a:srgbClr val="A5CDC6"/>
                </a:solidFill>
                <a:latin typeface="Arial"/>
                <a:ea typeface="Arial"/>
                <a:cs typeface="Arial"/>
              </a:defRPr>
            </a:lvl2pPr>
            <a:lvl3pPr>
              <a:defRPr sz="2400" b="1">
                <a:solidFill>
                  <a:srgbClr val="A5CDC6"/>
                </a:solidFill>
                <a:latin typeface="Arial"/>
                <a:ea typeface="Arial"/>
                <a:cs typeface="Arial"/>
              </a:defRPr>
            </a:lvl3pPr>
            <a:lvl4pPr>
              <a:defRPr sz="2400" b="1">
                <a:solidFill>
                  <a:srgbClr val="A5CDC6"/>
                </a:solidFill>
                <a:latin typeface="Arial"/>
                <a:ea typeface="Arial"/>
                <a:cs typeface="Arial"/>
              </a:defRPr>
            </a:lvl4pPr>
            <a:lvl5pPr>
              <a:defRPr sz="2400" b="1">
                <a:solidFill>
                  <a:srgbClr val="A5CDC6"/>
                </a:solidFill>
                <a:latin typeface="Arial"/>
                <a:ea typeface="Arial"/>
                <a:cs typeface="Arial"/>
              </a:defRPr>
            </a:lvl5pPr>
            <a:lvl6pPr>
              <a:defRPr sz="2400" b="1">
                <a:solidFill>
                  <a:srgbClr val="A5CDC6"/>
                </a:solidFill>
                <a:latin typeface="Arial"/>
                <a:ea typeface="Arial"/>
                <a:cs typeface="Arial"/>
              </a:defRPr>
            </a:lvl6pPr>
            <a:lvl7pPr>
              <a:defRPr sz="2400" b="1">
                <a:solidFill>
                  <a:srgbClr val="A5CDC6"/>
                </a:solidFill>
                <a:latin typeface="Arial"/>
                <a:ea typeface="Arial"/>
                <a:cs typeface="Arial"/>
              </a:defRPr>
            </a:lvl7pPr>
            <a:lvl8pPr>
              <a:defRPr sz="2400" b="1">
                <a:solidFill>
                  <a:srgbClr val="A5CDC6"/>
                </a:solidFill>
                <a:latin typeface="Arial"/>
                <a:ea typeface="Arial"/>
                <a:cs typeface="Arial"/>
              </a:defRPr>
            </a:lvl8pPr>
            <a:lvl9pPr>
              <a:defRPr sz="2400" b="1">
                <a:solidFill>
                  <a:srgbClr val="A5CDC6"/>
                </a:solidFill>
                <a:latin typeface="Arial"/>
                <a:ea typeface="Arial"/>
                <a:cs typeface="Arial"/>
              </a:defRPr>
            </a:lvl9pPr>
          </a:lstStyle>
          <a:p xmlns:a="http://schemas.openxmlformats.org/drawingml/2006/main">
            <a:pPr>
              <a:defRPr sz="2400" b="1">
                <a:solidFill>
                  <a:srgbClr val="A5CDC6"/>
                </a:solidFill>
                <a:latin typeface="Arial"/>
                <a:ea typeface="Arial"/>
                <a:cs typeface="Arial"/>
              </a:defRPr>
            </a:pPr>
            <a:r>
              <a:rPr sz="2400" b="1">
                <a:solidFill>
                  <a:srgbClr val="A5CDC6"/>
                </a:solidFill>
                <a:latin typeface="Arial"/>
                <a:ea typeface="Arial"/>
                <a:cs typeface="Arial"/>
              </a:rPr>
              <a:t>Đã triển khai</a:t>
            </a:r>
          </a:p>
        </p:txBody>
      </p:sp>
      <p:sp>
        <p:nvSpPr>
          <p:cNvPr id="4" name="">
            <a:extLst xmlns:a="http://schemas.openxmlformats.org/drawingml/2006/main">
              <a:ext uri="{FF2B5EF4-FFF2-40B4-BE49-F238E27FC236}">
                <a16:creationId xmlns:a16="http://schemas.microsoft.com/office/drawing/2014/main" id="{2AE321D6-5E2A-4F8E-A75F-63ADB42F8148}"/>
              </a:ext>
            </a:extLst>
          </p:cNvPr>
          <p:cNvSpPr>
            <a:spLocks xmlns:a="http://schemas.openxmlformats.org/drawingml/2006/main" noGrp="1"/>
          </p:cNvSpPr>
          <p:nvPr/>
        </p:nvSpPr>
        <p:spPr>
          <a:xfrm xmlns:a="http://schemas.openxmlformats.org/drawingml/2006/main">
            <a:off x="609600" y="2571750"/>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CRUD trên giao diện Razor</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Biến thể và tồn kho riêng</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Snapshot hóa đơn</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Doanh thu và Top 5</a:t>
            </a:r>
          </a:p>
        </p:txBody>
      </p:sp>
      <p:sp>
        <p:nvSpPr>
          <p:cNvPr id="5" name="">
            <a:extLst xmlns:a="http://schemas.openxmlformats.org/drawingml/2006/main">
              <a:ext uri="{FF2B5EF4-FFF2-40B4-BE49-F238E27FC236}">
                <a16:creationId xmlns:a16="http://schemas.microsoft.com/office/drawing/2014/main" id="{6E33FD2F-4CB9-440E-9338-3A02C03D5ED8}"/>
              </a:ext>
            </a:extLst>
          </p:cNvPr>
          <p:cNvSpPr>
            <a:spLocks xmlns:a="http://schemas.openxmlformats.org/drawingml/2006/main" noGrp="1"/>
          </p:cNvSpPr>
          <p:nvPr/>
        </p:nvSpPr>
        <p:spPr>
          <a:xfrm xmlns:a="http://schemas.openxmlformats.org/drawingml/2006/main">
            <a:off x="6572250" y="1809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A5CDC6"/>
                </a:solidFill>
                <a:latin typeface="Arial"/>
                <a:ea typeface="Arial"/>
                <a:cs typeface="Arial"/>
              </a:defRPr>
            </a:defPPr>
            <a:lvl1pPr>
              <a:defRPr sz="2400" b="1">
                <a:solidFill>
                  <a:srgbClr val="A5CDC6"/>
                </a:solidFill>
                <a:latin typeface="Arial"/>
                <a:ea typeface="Arial"/>
                <a:cs typeface="Arial"/>
              </a:defRPr>
            </a:lvl1pPr>
            <a:lvl2pPr>
              <a:defRPr sz="2400" b="1">
                <a:solidFill>
                  <a:srgbClr val="A5CDC6"/>
                </a:solidFill>
                <a:latin typeface="Arial"/>
                <a:ea typeface="Arial"/>
                <a:cs typeface="Arial"/>
              </a:defRPr>
            </a:lvl2pPr>
            <a:lvl3pPr>
              <a:defRPr sz="2400" b="1">
                <a:solidFill>
                  <a:srgbClr val="A5CDC6"/>
                </a:solidFill>
                <a:latin typeface="Arial"/>
                <a:ea typeface="Arial"/>
                <a:cs typeface="Arial"/>
              </a:defRPr>
            </a:lvl3pPr>
            <a:lvl4pPr>
              <a:defRPr sz="2400" b="1">
                <a:solidFill>
                  <a:srgbClr val="A5CDC6"/>
                </a:solidFill>
                <a:latin typeface="Arial"/>
                <a:ea typeface="Arial"/>
                <a:cs typeface="Arial"/>
              </a:defRPr>
            </a:lvl4pPr>
            <a:lvl5pPr>
              <a:defRPr sz="2400" b="1">
                <a:solidFill>
                  <a:srgbClr val="A5CDC6"/>
                </a:solidFill>
                <a:latin typeface="Arial"/>
                <a:ea typeface="Arial"/>
                <a:cs typeface="Arial"/>
              </a:defRPr>
            </a:lvl5pPr>
            <a:lvl6pPr>
              <a:defRPr sz="2400" b="1">
                <a:solidFill>
                  <a:srgbClr val="A5CDC6"/>
                </a:solidFill>
                <a:latin typeface="Arial"/>
                <a:ea typeface="Arial"/>
                <a:cs typeface="Arial"/>
              </a:defRPr>
            </a:lvl6pPr>
            <a:lvl7pPr>
              <a:defRPr sz="2400" b="1">
                <a:solidFill>
                  <a:srgbClr val="A5CDC6"/>
                </a:solidFill>
                <a:latin typeface="Arial"/>
                <a:ea typeface="Arial"/>
                <a:cs typeface="Arial"/>
              </a:defRPr>
            </a:lvl7pPr>
            <a:lvl8pPr>
              <a:defRPr sz="2400" b="1">
                <a:solidFill>
                  <a:srgbClr val="A5CDC6"/>
                </a:solidFill>
                <a:latin typeface="Arial"/>
                <a:ea typeface="Arial"/>
                <a:cs typeface="Arial"/>
              </a:defRPr>
            </a:lvl8pPr>
            <a:lvl9pPr>
              <a:defRPr sz="2400" b="1">
                <a:solidFill>
                  <a:srgbClr val="A5CDC6"/>
                </a:solidFill>
                <a:latin typeface="Arial"/>
                <a:ea typeface="Arial"/>
                <a:cs typeface="Arial"/>
              </a:defRPr>
            </a:lvl9pPr>
          </a:lstStyle>
          <a:p xmlns:a="http://schemas.openxmlformats.org/drawingml/2006/main">
            <a:pPr>
              <a:defRPr sz="2400" b="1">
                <a:solidFill>
                  <a:srgbClr val="A5CDC6"/>
                </a:solidFill>
                <a:latin typeface="Arial"/>
                <a:ea typeface="Arial"/>
                <a:cs typeface="Arial"/>
              </a:defRPr>
            </a:pPr>
            <a:r>
              <a:rPr sz="2400" b="1">
                <a:solidFill>
                  <a:srgbClr val="A5CDC6"/>
                </a:solidFill>
                <a:latin typeface="Arial"/>
                <a:ea typeface="Arial"/>
                <a:cs typeface="Arial"/>
              </a:rPr>
              <a:t>Cần chốt trước bảo vệ</a:t>
            </a:r>
          </a:p>
        </p:txBody>
      </p:sp>
      <p:sp>
        <p:nvSpPr>
          <p:cNvPr id="6" name="">
            <a:extLst xmlns:a="http://schemas.openxmlformats.org/drawingml/2006/main">
              <a:ext uri="{FF2B5EF4-FFF2-40B4-BE49-F238E27FC236}">
                <a16:creationId xmlns:a16="http://schemas.microsoft.com/office/drawing/2014/main" id="{D0191062-AC04-4F89-90EB-5DE190DB0CEF}"/>
              </a:ext>
            </a:extLst>
          </p:cNvPr>
          <p:cNvSpPr>
            <a:spLocks xmlns:a="http://schemas.openxmlformats.org/drawingml/2006/main" noGrp="1"/>
          </p:cNvSpPr>
          <p:nvPr/>
        </p:nvSpPr>
        <p:spPr>
          <a:xfrm xmlns:a="http://schemas.openxmlformats.org/drawingml/2006/main">
            <a:off x="6572250" y="2571750"/>
            <a:ext cx="4953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Kiểm tra index trên Atlas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Đo độ trễ truy vấn thực tế</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Chạy lại toàn bộ demo sống</a:t>
            </a:r>
          </a:p>
        </p:txBody>
      </p:sp>
      <p:sp>
        <p:nvSpPr>
          <p:cNvPr id="7" name="">
            <a:extLst xmlns:a="http://schemas.openxmlformats.org/drawingml/2006/main">
              <a:ext uri="{FF2B5EF4-FFF2-40B4-BE49-F238E27FC236}">
                <a16:creationId xmlns:a16="http://schemas.microsoft.com/office/drawing/2014/main" id="{0D5107B1-8E47-40E8-8656-4F005CFDB72C}"/>
              </a:ext>
            </a:extLst>
          </p:cNvPr>
          <p:cNvSpPr>
            <a:spLocks xmlns:a="http://schemas.openxmlformats.org/drawingml/2006/main" noGrp="1"/>
          </p:cNvSpPr>
          <p:nvPr/>
        </p:nvSpPr>
        <p:spPr>
          <a:xfrm xmlns:a="http://schemas.openxmlformats.org/drawingml/2006/main">
            <a:off x="609600" y="57150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D5DFDE"/>
                </a:solidFill>
                <a:latin typeface="Arial"/>
                <a:ea typeface="Arial"/>
                <a:cs typeface="Arial"/>
              </a:defRPr>
            </a:defPPr>
            <a:lvl1pPr>
              <a:defRPr sz="2475" b="0">
                <a:solidFill>
                  <a:srgbClr val="D5DFDE"/>
                </a:solidFill>
                <a:latin typeface="Arial"/>
                <a:ea typeface="Arial"/>
                <a:cs typeface="Arial"/>
              </a:defRPr>
            </a:lvl1pPr>
            <a:lvl2pPr>
              <a:defRPr sz="2475" b="0">
                <a:solidFill>
                  <a:srgbClr val="D5DFDE"/>
                </a:solidFill>
                <a:latin typeface="Arial"/>
                <a:ea typeface="Arial"/>
                <a:cs typeface="Arial"/>
              </a:defRPr>
            </a:lvl2pPr>
            <a:lvl3pPr>
              <a:defRPr sz="2475" b="0">
                <a:solidFill>
                  <a:srgbClr val="D5DFDE"/>
                </a:solidFill>
                <a:latin typeface="Arial"/>
                <a:ea typeface="Arial"/>
                <a:cs typeface="Arial"/>
              </a:defRPr>
            </a:lvl3pPr>
            <a:lvl4pPr>
              <a:defRPr sz="2475" b="0">
                <a:solidFill>
                  <a:srgbClr val="D5DFDE"/>
                </a:solidFill>
                <a:latin typeface="Arial"/>
                <a:ea typeface="Arial"/>
                <a:cs typeface="Arial"/>
              </a:defRPr>
            </a:lvl4pPr>
            <a:lvl5pPr>
              <a:defRPr sz="2475" b="0">
                <a:solidFill>
                  <a:srgbClr val="D5DFDE"/>
                </a:solidFill>
                <a:latin typeface="Arial"/>
                <a:ea typeface="Arial"/>
                <a:cs typeface="Arial"/>
              </a:defRPr>
            </a:lvl5pPr>
            <a:lvl6pPr>
              <a:defRPr sz="2475" b="0">
                <a:solidFill>
                  <a:srgbClr val="D5DFDE"/>
                </a:solidFill>
                <a:latin typeface="Arial"/>
                <a:ea typeface="Arial"/>
                <a:cs typeface="Arial"/>
              </a:defRPr>
            </a:lvl6pPr>
            <a:lvl7pPr>
              <a:defRPr sz="2475" b="0">
                <a:solidFill>
                  <a:srgbClr val="D5DFDE"/>
                </a:solidFill>
                <a:latin typeface="Arial"/>
                <a:ea typeface="Arial"/>
                <a:cs typeface="Arial"/>
              </a:defRPr>
            </a:lvl7pPr>
            <a:lvl8pPr>
              <a:defRPr sz="2475" b="0">
                <a:solidFill>
                  <a:srgbClr val="D5DFDE"/>
                </a:solidFill>
                <a:latin typeface="Arial"/>
                <a:ea typeface="Arial"/>
                <a:cs typeface="Arial"/>
              </a:defRPr>
            </a:lvl8pPr>
            <a:lvl9pPr>
              <a:defRPr sz="2475" b="0">
                <a:solidFill>
                  <a:srgbClr val="D5DFDE"/>
                </a:solidFill>
                <a:latin typeface="Arial"/>
                <a:ea typeface="Arial"/>
                <a:cs typeface="Arial"/>
              </a:defRPr>
            </a:lvl9pPr>
          </a:lstStyle>
          <a:p xmlns:a="http://schemas.openxmlformats.org/drawingml/2006/main">
            <a:pPr>
              <a:defRPr sz="2475" b="0">
                <a:solidFill>
                  <a:srgbClr val="D5DFDE"/>
                </a:solidFill>
                <a:latin typeface="Arial"/>
                <a:ea typeface="Arial"/>
                <a:cs typeface="Arial"/>
              </a:defRPr>
            </a:pPr>
            <a:r>
              <a:rPr sz="2475" b="0">
                <a:solidFill>
                  <a:srgbClr val="D5DFDE"/>
                </a:solidFill>
                <a:latin typeface="Arial"/>
                <a:ea typeface="Arial"/>
                <a:cs typeface="Arial"/>
              </a:rPr>
              <a:t>Trao đổi và câu hỏi</a:t>
            </a:r>
          </a:p>
        </p:txBody>
      </p:sp>
    </p:spTree>
    <p:extLst>
      <p:ext uri="{BB962C8B-B14F-4D97-AF65-F5344CB8AC3E}">
        <p14:creationId xmlns:p14="http://schemas.microsoft.com/office/powerpoint/2010/main" val="1057655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2026-10-23T10:04:13.4430000Z</dcterms:created>
  <dcterms:modified xsi:type="dcterms:W3CDTF">2026-10-23T10:04:13.4430000Z</dcterms:modified>
</coreProperties>
</file>